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C77C31E-7A7E-4783-8F2A-05C544EDCB08}">
          <p14:sldIdLst>
            <p14:sldId id="256"/>
            <p14:sldId id="258"/>
            <p14:sldId id="259"/>
            <p14:sldId id="260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43F97-E37B-445C-8400-EA12B4CD1626}" v="10" dt="2026-03-26T13:30:42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494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pit Chandrakant Tare" userId="5ccf42ac-2610-43ff-9142-ddeb64b5806e" providerId="ADAL" clId="{B03404D7-F2F0-4E71-9804-A8BF456B4B0B}"/>
    <pc:docChg chg="custSel mod addSld delSld modSld modMainMaster addSection">
      <pc:chgData name="Alpit Chandrakant Tare" userId="5ccf42ac-2610-43ff-9142-ddeb64b5806e" providerId="ADAL" clId="{B03404D7-F2F0-4E71-9804-A8BF456B4B0B}" dt="2026-03-26T13:31:08.240" v="358" actId="20577"/>
      <pc:docMkLst>
        <pc:docMk/>
      </pc:docMkLst>
      <pc:sldChg chg="delSp modSp mod">
        <pc:chgData name="Alpit Chandrakant Tare" userId="5ccf42ac-2610-43ff-9142-ddeb64b5806e" providerId="ADAL" clId="{B03404D7-F2F0-4E71-9804-A8BF456B4B0B}" dt="2026-03-26T13:31:08.240" v="358" actId="20577"/>
        <pc:sldMkLst>
          <pc:docMk/>
          <pc:sldMk cId="0" sldId="256"/>
        </pc:sldMkLst>
        <pc:spChg chg="mod">
          <ac:chgData name="Alpit Chandrakant Tare" userId="5ccf42ac-2610-43ff-9142-ddeb64b5806e" providerId="ADAL" clId="{B03404D7-F2F0-4E71-9804-A8BF456B4B0B}" dt="2026-03-26T10:35:51.062" v="29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00:39.376" v="51" actId="20577"/>
          <ac:spMkLst>
            <pc:docMk/>
            <pc:sldMk cId="0" sldId="256"/>
            <ac:spMk id="109" creationId="{A13EF674-2DE5-1BDC-A8B5-0556E16BFBF1}"/>
          </ac:spMkLst>
        </pc:spChg>
        <pc:spChg chg="del">
          <ac:chgData name="Alpit Chandrakant Tare" userId="5ccf42ac-2610-43ff-9142-ddeb64b5806e" providerId="ADAL" clId="{B03404D7-F2F0-4E71-9804-A8BF456B4B0B}" dt="2026-03-26T11:59:57.910" v="35" actId="478"/>
          <ac:spMkLst>
            <pc:docMk/>
            <pc:sldMk cId="0" sldId="256"/>
            <ac:spMk id="110" creationId="{539F7417-5532-29F6-50E2-14ECB13F092B}"/>
          </ac:spMkLst>
        </pc:spChg>
        <pc:spChg chg="mod">
          <ac:chgData name="Alpit Chandrakant Tare" userId="5ccf42ac-2610-43ff-9142-ddeb64b5806e" providerId="ADAL" clId="{B03404D7-F2F0-4E71-9804-A8BF456B4B0B}" dt="2026-03-26T12:03:44.239" v="105" actId="20577"/>
          <ac:spMkLst>
            <pc:docMk/>
            <pc:sldMk cId="0" sldId="256"/>
            <ac:spMk id="115" creationId="{C6F93920-A3D2-57EC-7A20-473DCA9C82A2}"/>
          </ac:spMkLst>
        </pc:spChg>
        <pc:spChg chg="mod">
          <ac:chgData name="Alpit Chandrakant Tare" userId="5ccf42ac-2610-43ff-9142-ddeb64b5806e" providerId="ADAL" clId="{B03404D7-F2F0-4E71-9804-A8BF456B4B0B}" dt="2026-03-26T12:05:15.072" v="173" actId="207"/>
          <ac:spMkLst>
            <pc:docMk/>
            <pc:sldMk cId="0" sldId="256"/>
            <ac:spMk id="116" creationId="{51A5274D-5CBF-8D77-3A25-5162550BD622}"/>
          </ac:spMkLst>
        </pc:spChg>
        <pc:spChg chg="mod">
          <ac:chgData name="Alpit Chandrakant Tare" userId="5ccf42ac-2610-43ff-9142-ddeb64b5806e" providerId="ADAL" clId="{B03404D7-F2F0-4E71-9804-A8BF456B4B0B}" dt="2026-03-26T12:04:27.670" v="150" actId="20577"/>
          <ac:spMkLst>
            <pc:docMk/>
            <pc:sldMk cId="0" sldId="256"/>
            <ac:spMk id="120" creationId="{0146C88D-E421-D644-AD61-66A6130ADE22}"/>
          </ac:spMkLst>
        </pc:spChg>
        <pc:spChg chg="del mod">
          <ac:chgData name="Alpit Chandrakant Tare" userId="5ccf42ac-2610-43ff-9142-ddeb64b5806e" providerId="ADAL" clId="{B03404D7-F2F0-4E71-9804-A8BF456B4B0B}" dt="2026-03-26T12:04:46.402" v="168" actId="478"/>
          <ac:spMkLst>
            <pc:docMk/>
            <pc:sldMk cId="0" sldId="256"/>
            <ac:spMk id="121" creationId="{3A832A81-65A1-8ED6-48DC-D28D717CAFE7}"/>
          </ac:spMkLst>
        </pc:spChg>
        <pc:spChg chg="mod">
          <ac:chgData name="Alpit Chandrakant Tare" userId="5ccf42ac-2610-43ff-9142-ddeb64b5806e" providerId="ADAL" clId="{B03404D7-F2F0-4E71-9804-A8BF456B4B0B}" dt="2026-03-26T12:04:50.157" v="169" actId="1076"/>
          <ac:spMkLst>
            <pc:docMk/>
            <pc:sldMk cId="0" sldId="256"/>
            <ac:spMk id="122" creationId="{ACA1BB6C-C8E5-38DA-DD09-A69B2939485F}"/>
          </ac:spMkLst>
        </pc:spChg>
        <pc:spChg chg="del">
          <ac:chgData name="Alpit Chandrakant Tare" userId="5ccf42ac-2610-43ff-9142-ddeb64b5806e" providerId="ADAL" clId="{B03404D7-F2F0-4E71-9804-A8BF456B4B0B}" dt="2026-03-26T13:30:57.861" v="355" actId="478"/>
          <ac:spMkLst>
            <pc:docMk/>
            <pc:sldMk cId="0" sldId="256"/>
            <ac:spMk id="127" creationId="{D715C17C-6C33-8103-6D91-CDF34C74F406}"/>
          </ac:spMkLst>
        </pc:spChg>
        <pc:spChg chg="mod">
          <ac:chgData name="Alpit Chandrakant Tare" userId="5ccf42ac-2610-43ff-9142-ddeb64b5806e" providerId="ADAL" clId="{B03404D7-F2F0-4E71-9804-A8BF456B4B0B}" dt="2026-03-26T13:31:08.240" v="358" actId="20577"/>
          <ac:spMkLst>
            <pc:docMk/>
            <pc:sldMk cId="0" sldId="256"/>
            <ac:spMk id="128" creationId="{6E082E7D-B374-83D5-1C36-55A119086624}"/>
          </ac:spMkLst>
        </pc:spChg>
      </pc:sldChg>
      <pc:sldChg chg="new del">
        <pc:chgData name="Alpit Chandrakant Tare" userId="5ccf42ac-2610-43ff-9142-ddeb64b5806e" providerId="ADAL" clId="{B03404D7-F2F0-4E71-9804-A8BF456B4B0B}" dt="2026-03-26T11:57:34.124" v="32" actId="47"/>
        <pc:sldMkLst>
          <pc:docMk/>
          <pc:sldMk cId="3468453616" sldId="257"/>
        </pc:sldMkLst>
      </pc:sldChg>
      <pc:sldChg chg="delSp modSp add mod setBg">
        <pc:chgData name="Alpit Chandrakant Tare" userId="5ccf42ac-2610-43ff-9142-ddeb64b5806e" providerId="ADAL" clId="{B03404D7-F2F0-4E71-9804-A8BF456B4B0B}" dt="2026-03-26T13:29:08.418" v="341" actId="20577"/>
        <pc:sldMkLst>
          <pc:docMk/>
          <pc:sldMk cId="0" sldId="258"/>
        </pc:sldMkLst>
        <pc:spChg chg="mod">
          <ac:chgData name="Alpit Chandrakant Tare" userId="5ccf42ac-2610-43ff-9142-ddeb64b5806e" providerId="ADAL" clId="{B03404D7-F2F0-4E71-9804-A8BF456B4B0B}" dt="2026-03-26T13:25:05.490" v="277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01:40.207" v="68" actId="20577"/>
          <ac:spMkLst>
            <pc:docMk/>
            <pc:sldMk cId="0" sldId="258"/>
            <ac:spMk id="44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16:27.537" v="184" actId="20577"/>
          <ac:spMkLst>
            <pc:docMk/>
            <pc:sldMk cId="0" sldId="258"/>
            <ac:spMk id="4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16:41.938" v="191" actId="20577"/>
          <ac:spMkLst>
            <pc:docMk/>
            <pc:sldMk cId="0" sldId="258"/>
            <ac:spMk id="5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3:25:36.261" v="280" actId="20577"/>
          <ac:spMkLst>
            <pc:docMk/>
            <pc:sldMk cId="0" sldId="258"/>
            <ac:spMk id="6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3:24:37.989" v="265" actId="20577"/>
          <ac:spMkLst>
            <pc:docMk/>
            <pc:sldMk cId="0" sldId="258"/>
            <ac:spMk id="9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01:16.542" v="52" actId="1076"/>
          <ac:spMkLst>
            <pc:docMk/>
            <pc:sldMk cId="0" sldId="258"/>
            <ac:spMk id="9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02:23.673" v="92" actId="20577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02:30.483" v="99" actId="20577"/>
          <ac:spMkLst>
            <pc:docMk/>
            <pc:sldMk cId="0" sldId="258"/>
            <ac:spMk id="10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2:02:53.444" v="101" actId="13926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1:59:15.904" v="34" actId="1076"/>
          <ac:spMkLst>
            <pc:docMk/>
            <pc:sldMk cId="0" sldId="258"/>
            <ac:spMk id="112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15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16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17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18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19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20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22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23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24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1:59:02.009" v="33" actId="478"/>
          <ac:spMkLst>
            <pc:docMk/>
            <pc:sldMk cId="0" sldId="258"/>
            <ac:spMk id="125" creationId="{00000000-0000-0000-0000-000000000000}"/>
          </ac:spMkLst>
        </pc:spChg>
        <pc:graphicFrameChg chg="modGraphic">
          <ac:chgData name="Alpit Chandrakant Tare" userId="5ccf42ac-2610-43ff-9142-ddeb64b5806e" providerId="ADAL" clId="{B03404D7-F2F0-4E71-9804-A8BF456B4B0B}" dt="2026-03-26T13:29:08.418" v="341" actId="20577"/>
          <ac:graphicFrameMkLst>
            <pc:docMk/>
            <pc:sldMk cId="0" sldId="258"/>
            <ac:graphicFrameMk id="36" creationId="{00000000-0000-0000-0000-000000000000}"/>
          </ac:graphicFrameMkLst>
        </pc:graphicFrameChg>
      </pc:sldChg>
      <pc:sldChg chg="addSp modSp new mod">
        <pc:chgData name="Alpit Chandrakant Tare" userId="5ccf42ac-2610-43ff-9142-ddeb64b5806e" providerId="ADAL" clId="{B03404D7-F2F0-4E71-9804-A8BF456B4B0B}" dt="2026-03-26T12:30:20.585" v="228" actId="14100"/>
        <pc:sldMkLst>
          <pc:docMk/>
          <pc:sldMk cId="3615054589" sldId="259"/>
        </pc:sldMkLst>
        <pc:spChg chg="add mod">
          <ac:chgData name="Alpit Chandrakant Tare" userId="5ccf42ac-2610-43ff-9142-ddeb64b5806e" providerId="ADAL" clId="{B03404D7-F2F0-4E71-9804-A8BF456B4B0B}" dt="2026-03-26T12:30:20.585" v="228" actId="14100"/>
          <ac:spMkLst>
            <pc:docMk/>
            <pc:sldMk cId="3615054589" sldId="259"/>
            <ac:spMk id="4" creationId="{75C0845A-06F9-2757-585D-2FC3DAAC4639}"/>
          </ac:spMkLst>
        </pc:spChg>
        <pc:picChg chg="add mod">
          <ac:chgData name="Alpit Chandrakant Tare" userId="5ccf42ac-2610-43ff-9142-ddeb64b5806e" providerId="ADAL" clId="{B03404D7-F2F0-4E71-9804-A8BF456B4B0B}" dt="2026-03-26T12:29:53.730" v="205" actId="1076"/>
          <ac:picMkLst>
            <pc:docMk/>
            <pc:sldMk cId="3615054589" sldId="259"/>
            <ac:picMk id="3" creationId="{32529D8D-DD97-3CD1-5C70-54BC4B78A4CC}"/>
          </ac:picMkLst>
        </pc:picChg>
      </pc:sldChg>
      <pc:sldChg chg="addSp modSp new mod">
        <pc:chgData name="Alpit Chandrakant Tare" userId="5ccf42ac-2610-43ff-9142-ddeb64b5806e" providerId="ADAL" clId="{B03404D7-F2F0-4E71-9804-A8BF456B4B0B}" dt="2026-03-26T12:34:10.291" v="247" actId="20577"/>
        <pc:sldMkLst>
          <pc:docMk/>
          <pc:sldMk cId="637255695" sldId="260"/>
        </pc:sldMkLst>
        <pc:spChg chg="add mod">
          <ac:chgData name="Alpit Chandrakant Tare" userId="5ccf42ac-2610-43ff-9142-ddeb64b5806e" providerId="ADAL" clId="{B03404D7-F2F0-4E71-9804-A8BF456B4B0B}" dt="2026-03-26T12:34:10.291" v="247" actId="20577"/>
          <ac:spMkLst>
            <pc:docMk/>
            <pc:sldMk cId="637255695" sldId="260"/>
            <ac:spMk id="2" creationId="{178CEF0A-BA18-5EA2-684B-2EEBE5720D09}"/>
          </ac:spMkLst>
        </pc:spChg>
        <pc:picChg chg="add">
          <ac:chgData name="Alpit Chandrakant Tare" userId="5ccf42ac-2610-43ff-9142-ddeb64b5806e" providerId="ADAL" clId="{B03404D7-F2F0-4E71-9804-A8BF456B4B0B}" dt="2026-03-26T12:33:58.550" v="245" actId="22"/>
          <ac:picMkLst>
            <pc:docMk/>
            <pc:sldMk cId="637255695" sldId="260"/>
            <ac:picMk id="4" creationId="{E632BD90-4C92-82C1-BE98-9DDDCAC192D1}"/>
          </ac:picMkLst>
        </pc:picChg>
      </pc:sldChg>
      <pc:sldChg chg="new del">
        <pc:chgData name="Alpit Chandrakant Tare" userId="5ccf42ac-2610-43ff-9142-ddeb64b5806e" providerId="ADAL" clId="{B03404D7-F2F0-4E71-9804-A8BF456B4B0B}" dt="2026-03-26T12:30:57.994" v="238" actId="47"/>
        <pc:sldMkLst>
          <pc:docMk/>
          <pc:sldMk cId="2966121267" sldId="261"/>
        </pc:sldMkLst>
      </pc:sldChg>
      <pc:sldChg chg="new del">
        <pc:chgData name="Alpit Chandrakant Tare" userId="5ccf42ac-2610-43ff-9142-ddeb64b5806e" providerId="ADAL" clId="{B03404D7-F2F0-4E71-9804-A8BF456B4B0B}" dt="2026-03-26T12:31:03.863" v="240" actId="47"/>
        <pc:sldMkLst>
          <pc:docMk/>
          <pc:sldMk cId="2533994026" sldId="262"/>
        </pc:sldMkLst>
      </pc:sldChg>
      <pc:sldChg chg="addSp modSp add mod">
        <pc:chgData name="Alpit Chandrakant Tare" userId="5ccf42ac-2610-43ff-9142-ddeb64b5806e" providerId="ADAL" clId="{B03404D7-F2F0-4E71-9804-A8BF456B4B0B}" dt="2026-03-26T12:35:43.409" v="250" actId="20577"/>
        <pc:sldMkLst>
          <pc:docMk/>
          <pc:sldMk cId="587208557" sldId="263"/>
        </pc:sldMkLst>
        <pc:spChg chg="mod">
          <ac:chgData name="Alpit Chandrakant Tare" userId="5ccf42ac-2610-43ff-9142-ddeb64b5806e" providerId="ADAL" clId="{B03404D7-F2F0-4E71-9804-A8BF456B4B0B}" dt="2026-03-26T12:35:43.409" v="250" actId="20577"/>
          <ac:spMkLst>
            <pc:docMk/>
            <pc:sldMk cId="587208557" sldId="263"/>
            <ac:spMk id="2" creationId="{A61E221E-6AF5-861B-6E4B-3B9C7205A457}"/>
          </ac:spMkLst>
        </pc:spChg>
        <pc:picChg chg="add">
          <ac:chgData name="Alpit Chandrakant Tare" userId="5ccf42ac-2610-43ff-9142-ddeb64b5806e" providerId="ADAL" clId="{B03404D7-F2F0-4E71-9804-A8BF456B4B0B}" dt="2026-03-26T12:35:40.546" v="248" actId="22"/>
          <ac:picMkLst>
            <pc:docMk/>
            <pc:sldMk cId="587208557" sldId="263"/>
            <ac:picMk id="4" creationId="{E120C742-44D7-6BA7-CDEE-39E45CEBD58E}"/>
          </ac:picMkLst>
        </pc:picChg>
      </pc:sldChg>
      <pc:sldChg chg="addSp modSp add mod">
        <pc:chgData name="Alpit Chandrakant Tare" userId="5ccf42ac-2610-43ff-9142-ddeb64b5806e" providerId="ADAL" clId="{B03404D7-F2F0-4E71-9804-A8BF456B4B0B}" dt="2026-03-26T13:13:02.031" v="252" actId="14100"/>
        <pc:sldMkLst>
          <pc:docMk/>
          <pc:sldMk cId="3124258911" sldId="264"/>
        </pc:sldMkLst>
        <pc:spChg chg="mod">
          <ac:chgData name="Alpit Chandrakant Tare" userId="5ccf42ac-2610-43ff-9142-ddeb64b5806e" providerId="ADAL" clId="{B03404D7-F2F0-4E71-9804-A8BF456B4B0B}" dt="2026-03-26T12:31:12.893" v="244" actId="20577"/>
          <ac:spMkLst>
            <pc:docMk/>
            <pc:sldMk cId="3124258911" sldId="264"/>
            <ac:spMk id="2" creationId="{85F3C7E3-FBCC-87C6-9344-3EB3CBD430CA}"/>
          </ac:spMkLst>
        </pc:spChg>
        <pc:picChg chg="add mod">
          <ac:chgData name="Alpit Chandrakant Tare" userId="5ccf42ac-2610-43ff-9142-ddeb64b5806e" providerId="ADAL" clId="{B03404D7-F2F0-4E71-9804-A8BF456B4B0B}" dt="2026-03-26T13:13:02.031" v="252" actId="14100"/>
          <ac:picMkLst>
            <pc:docMk/>
            <pc:sldMk cId="3124258911" sldId="264"/>
            <ac:picMk id="4" creationId="{4D7F2471-2293-2546-FD99-E83703744B14}"/>
          </ac:picMkLst>
        </pc:picChg>
      </pc:sldChg>
      <pc:sldChg chg="addSp modSp new mod">
        <pc:chgData name="Alpit Chandrakant Tare" userId="5ccf42ac-2610-43ff-9142-ddeb64b5806e" providerId="ADAL" clId="{B03404D7-F2F0-4E71-9804-A8BF456B4B0B}" dt="2026-03-26T13:14:15.608" v="257" actId="22"/>
        <pc:sldMkLst>
          <pc:docMk/>
          <pc:sldMk cId="2352530000" sldId="265"/>
        </pc:sldMkLst>
        <pc:spChg chg="add mod">
          <ac:chgData name="Alpit Chandrakant Tare" userId="5ccf42ac-2610-43ff-9142-ddeb64b5806e" providerId="ADAL" clId="{B03404D7-F2F0-4E71-9804-A8BF456B4B0B}" dt="2026-03-26T13:13:15.159" v="256" actId="20577"/>
          <ac:spMkLst>
            <pc:docMk/>
            <pc:sldMk cId="2352530000" sldId="265"/>
            <ac:spMk id="2" creationId="{A8213142-3C83-FDB2-7738-A7BB0CE95D13}"/>
          </ac:spMkLst>
        </pc:spChg>
        <pc:picChg chg="add">
          <ac:chgData name="Alpit Chandrakant Tare" userId="5ccf42ac-2610-43ff-9142-ddeb64b5806e" providerId="ADAL" clId="{B03404D7-F2F0-4E71-9804-A8BF456B4B0B}" dt="2026-03-26T13:14:15.608" v="257" actId="22"/>
          <ac:picMkLst>
            <pc:docMk/>
            <pc:sldMk cId="2352530000" sldId="265"/>
            <ac:picMk id="4" creationId="{A7C4235B-16D8-81F6-936B-17A5C3161C69}"/>
          </ac:picMkLst>
        </pc:picChg>
      </pc:sldChg>
      <pc:sldMasterChg chg="addSp mod">
        <pc:chgData name="Alpit Chandrakant Tare" userId="5ccf42ac-2610-43ff-9142-ddeb64b5806e" providerId="ADAL" clId="{B03404D7-F2F0-4E71-9804-A8BF456B4B0B}" dt="2026-03-26T10:10:42.479" v="0" actId="33475"/>
        <pc:sldMasterMkLst>
          <pc:docMk/>
          <pc:sldMasterMk cId="0" sldId="2147483648"/>
        </pc:sldMasterMkLst>
        <pc:spChg chg="add">
          <ac:chgData name="Alpit Chandrakant Tare" userId="5ccf42ac-2610-43ff-9142-ddeb64b5806e" providerId="ADAL" clId="{B03404D7-F2F0-4E71-9804-A8BF456B4B0B}" dt="2026-03-26T10:10:42.479" v="0" actId="33475"/>
          <ac:spMkLst>
            <pc:docMk/>
            <pc:sldMasterMk cId="0" sldId="2147483648"/>
            <ac:spMk id="3" creationId="{49E8B210-EA1E-1F30-249E-833F555CE4DF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40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E8B210-EA1E-1F30-249E-833F555CE4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52925" y="49276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874520" y="109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Network Change Safety Guardian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Pre-Deployment Risk Assessment for Network Configuration Changes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146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BlastGuard-AI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3840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</a:t>
            </a:r>
            <a:endParaRPr lang="en-US" sz="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326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914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1243584"/>
            <a:ext cx="2743200" cy="278892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" y="1243584"/>
            <a:ext cx="45720" cy="2788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02920" y="141732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67512" y="13807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&amp; Complex Changes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67512" y="15636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BGP, OSPF etc.. changes across multi-vendor network environments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02920" y="207568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67512" y="20391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Static Checks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67512" y="22219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rely on human expertise and "stare-and-compare" review methods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02920" y="273405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67512" y="2697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Blast Radius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67512" y="2880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predict how a config change propagates through the topology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502920" y="339242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67512" y="33558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67512" y="35387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error can take down critical business services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3246120" y="914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1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932688"/>
            <a:ext cx="219456" cy="21945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400800" y="914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4" name="Shape 38"/>
          <p:cNvSpPr/>
          <p:nvPr/>
        </p:nvSpPr>
        <p:spPr>
          <a:xfrm>
            <a:off x="6080760" y="1243584"/>
            <a:ext cx="2743200" cy="27889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39"/>
          <p:cNvSpPr/>
          <p:nvPr/>
        </p:nvSpPr>
        <p:spPr>
          <a:xfrm>
            <a:off x="6080760" y="1243584"/>
            <a:ext cx="45720" cy="2788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0"/>
          <p:cNvSpPr/>
          <p:nvPr/>
        </p:nvSpPr>
        <p:spPr>
          <a:xfrm>
            <a:off x="6208776" y="1389888"/>
            <a:ext cx="219456" cy="219456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417320"/>
            <a:ext cx="164592" cy="164592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6483096" y="13807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Config Analysis</a:t>
            </a:r>
            <a:endParaRPr lang="en-US" sz="900" dirty="0"/>
          </a:p>
        </p:txBody>
      </p:sp>
      <p:sp>
        <p:nvSpPr>
          <p:cNvPr id="59" name="Text 42"/>
          <p:cNvSpPr/>
          <p:nvPr/>
        </p:nvSpPr>
        <p:spPr>
          <a:xfrm>
            <a:off x="6483096" y="15636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compare proposed changes against current network state</a:t>
            </a:r>
            <a:endParaRPr lang="en-US" sz="750" dirty="0"/>
          </a:p>
        </p:txBody>
      </p:sp>
      <p:sp>
        <p:nvSpPr>
          <p:cNvPr id="60" name="Shape 43"/>
          <p:cNvSpPr/>
          <p:nvPr/>
        </p:nvSpPr>
        <p:spPr>
          <a:xfrm>
            <a:off x="6208776" y="2048256"/>
            <a:ext cx="219456" cy="219456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075688"/>
            <a:ext cx="164592" cy="164592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6483096" y="2039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Risk Prediction</a:t>
            </a:r>
            <a:endParaRPr lang="en-US" sz="900" dirty="0"/>
          </a:p>
        </p:txBody>
      </p:sp>
      <p:sp>
        <p:nvSpPr>
          <p:cNvPr id="63" name="Text 45"/>
          <p:cNvSpPr/>
          <p:nvPr/>
        </p:nvSpPr>
        <p:spPr>
          <a:xfrm>
            <a:off x="6483096" y="2221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ML models auto-select best performer for probability scoring</a:t>
            </a:r>
            <a:endParaRPr lang="en-US" sz="750" dirty="0"/>
          </a:p>
        </p:txBody>
      </p:sp>
      <p:sp>
        <p:nvSpPr>
          <p:cNvPr id="64" name="Shape 46"/>
          <p:cNvSpPr/>
          <p:nvPr/>
        </p:nvSpPr>
        <p:spPr>
          <a:xfrm>
            <a:off x="6208776" y="2706624"/>
            <a:ext cx="219456" cy="219456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2734056"/>
            <a:ext cx="164592" cy="164592"/>
          </a:xfrm>
          <a:prstGeom prst="rect">
            <a:avLst/>
          </a:prstGeom>
        </p:spPr>
      </p:pic>
      <p:sp>
        <p:nvSpPr>
          <p:cNvPr id="66" name="Text 47"/>
          <p:cNvSpPr/>
          <p:nvPr/>
        </p:nvSpPr>
        <p:spPr>
          <a:xfrm>
            <a:off x="6483096" y="2697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900" dirty="0"/>
          </a:p>
        </p:txBody>
      </p:sp>
      <p:sp>
        <p:nvSpPr>
          <p:cNvPr id="67" name="Text 48"/>
          <p:cNvSpPr/>
          <p:nvPr/>
        </p:nvSpPr>
        <p:spPr>
          <a:xfrm>
            <a:off x="6483096" y="2880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reasons why a change is flagged as risky — builds trust</a:t>
            </a:r>
            <a:endParaRPr lang="en-US" sz="750" dirty="0"/>
          </a:p>
        </p:txBody>
      </p:sp>
      <p:sp>
        <p:nvSpPr>
          <p:cNvPr id="68" name="Shape 49"/>
          <p:cNvSpPr/>
          <p:nvPr/>
        </p:nvSpPr>
        <p:spPr>
          <a:xfrm>
            <a:off x="6208776" y="3364992"/>
            <a:ext cx="219456" cy="219456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392424"/>
            <a:ext cx="164592" cy="164592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6483096" y="3355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Mapping</a:t>
            </a:r>
            <a:endParaRPr lang="en-US" sz="900" dirty="0"/>
          </a:p>
        </p:txBody>
      </p:sp>
      <p:sp>
        <p:nvSpPr>
          <p:cNvPr id="71" name="Text 51"/>
          <p:cNvSpPr/>
          <p:nvPr/>
        </p:nvSpPr>
        <p:spPr>
          <a:xfrm>
            <a:off x="6483096" y="3538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visualizes cascading effects across topology</a:t>
            </a:r>
            <a:endParaRPr lang="en-US" sz="750" dirty="0"/>
          </a:p>
        </p:txBody>
      </p:sp>
      <p:sp>
        <p:nvSpPr>
          <p:cNvPr id="72" name="Shape 52"/>
          <p:cNvSpPr/>
          <p:nvPr/>
        </p:nvSpPr>
        <p:spPr>
          <a:xfrm>
            <a:off x="320040" y="41056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178808"/>
            <a:ext cx="182880" cy="182880"/>
          </a:xfrm>
          <a:prstGeom prst="rect">
            <a:avLst/>
          </a:prstGeom>
        </p:spPr>
      </p:pic>
      <p:sp>
        <p:nvSpPr>
          <p:cNvPr id="74" name="Text 53"/>
          <p:cNvSpPr/>
          <p:nvPr/>
        </p:nvSpPr>
        <p:spPr>
          <a:xfrm>
            <a:off x="594360" y="4160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800" dirty="0"/>
          </a:p>
        </p:txBody>
      </p:sp>
      <p:sp>
        <p:nvSpPr>
          <p:cNvPr id="75" name="Shape 54"/>
          <p:cNvSpPr/>
          <p:nvPr/>
        </p:nvSpPr>
        <p:spPr>
          <a:xfrm>
            <a:off x="1188720" y="42245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55"/>
          <p:cNvSpPr/>
          <p:nvPr/>
        </p:nvSpPr>
        <p:spPr>
          <a:xfrm>
            <a:off x="131673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Alpit Tare</a:t>
            </a:r>
            <a:endParaRPr lang="en-US" sz="750" dirty="0"/>
          </a:p>
        </p:txBody>
      </p:sp>
      <p:sp>
        <p:nvSpPr>
          <p:cNvPr id="77" name="Shape 56"/>
          <p:cNvSpPr/>
          <p:nvPr/>
        </p:nvSpPr>
        <p:spPr>
          <a:xfrm>
            <a:off x="2423160" y="42245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57"/>
          <p:cNvSpPr/>
          <p:nvPr/>
        </p:nvSpPr>
        <p:spPr>
          <a:xfrm>
            <a:off x="255117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Sawale</a:t>
            </a:r>
            <a:endParaRPr lang="en-US" sz="750" dirty="0"/>
          </a:p>
        </p:txBody>
      </p:sp>
      <p:sp>
        <p:nvSpPr>
          <p:cNvPr id="79" name="Shape 58"/>
          <p:cNvSpPr/>
          <p:nvPr/>
        </p:nvSpPr>
        <p:spPr>
          <a:xfrm>
            <a:off x="3657600" y="42245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59"/>
          <p:cNvSpPr/>
          <p:nvPr/>
        </p:nvSpPr>
        <p:spPr>
          <a:xfrm>
            <a:off x="378561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Kanhaiya Chowdhari</a:t>
            </a:r>
            <a:endParaRPr lang="en-US" sz="750" dirty="0"/>
          </a:p>
        </p:txBody>
      </p:sp>
      <p:sp>
        <p:nvSpPr>
          <p:cNvPr id="81" name="Shape 60"/>
          <p:cNvSpPr/>
          <p:nvPr/>
        </p:nvSpPr>
        <p:spPr>
          <a:xfrm>
            <a:off x="4892040" y="42245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1"/>
          <p:cNvSpPr/>
          <p:nvPr/>
        </p:nvSpPr>
        <p:spPr>
          <a:xfrm>
            <a:off x="502005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Khan</a:t>
            </a:r>
            <a:endParaRPr lang="en-US" sz="750" dirty="0"/>
          </a:p>
        </p:txBody>
      </p:sp>
      <p:sp>
        <p:nvSpPr>
          <p:cNvPr id="83" name="Shape 62"/>
          <p:cNvSpPr/>
          <p:nvPr/>
        </p:nvSpPr>
        <p:spPr>
          <a:xfrm>
            <a:off x="6126480" y="42245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63"/>
          <p:cNvSpPr/>
          <p:nvPr/>
        </p:nvSpPr>
        <p:spPr>
          <a:xfrm>
            <a:off x="625449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 D'costa</a:t>
            </a:r>
            <a:endParaRPr lang="en-US" sz="750" dirty="0"/>
          </a:p>
        </p:txBody>
      </p:sp>
      <p:sp>
        <p:nvSpPr>
          <p:cNvPr id="85" name="Shape 64"/>
          <p:cNvSpPr/>
          <p:nvPr/>
        </p:nvSpPr>
        <p:spPr>
          <a:xfrm>
            <a:off x="7360920" y="42245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65"/>
          <p:cNvSpPr/>
          <p:nvPr/>
        </p:nvSpPr>
        <p:spPr>
          <a:xfrm>
            <a:off x="7488936" y="4160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Gudadari</a:t>
            </a:r>
            <a:endParaRPr lang="en-US" sz="750" dirty="0"/>
          </a:p>
        </p:txBody>
      </p:sp>
      <p:sp>
        <p:nvSpPr>
          <p:cNvPr id="87" name="Shape 6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67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Scikit-learn  •  XGBoost  •  NetworkX  •  SHAP  •  Pandas  •  NumPy</a:t>
            </a:r>
            <a:endParaRPr lang="en-US" sz="75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81DC9FE-E100-F497-FE2B-4E192949907C}"/>
              </a:ext>
            </a:extLst>
          </p:cNvPr>
          <p:cNvGrpSpPr/>
          <p:nvPr/>
        </p:nvGrpSpPr>
        <p:grpSpPr>
          <a:xfrm>
            <a:off x="2743200" y="1167251"/>
            <a:ext cx="3493008" cy="2993270"/>
            <a:chOff x="2743200" y="1051560"/>
            <a:chExt cx="3611880" cy="3246120"/>
          </a:xfrm>
        </p:grpSpPr>
        <p:sp>
          <p:nvSpPr>
            <p:cNvPr id="92" name="Shape 27">
              <a:extLst>
                <a:ext uri="{FF2B5EF4-FFF2-40B4-BE49-F238E27FC236}">
                  <a16:creationId xmlns:a16="http://schemas.microsoft.com/office/drawing/2014/main" id="{BDDFE376-B6D4-F0F0-220C-188D661B2D20}"/>
                </a:ext>
              </a:extLst>
            </p:cNvPr>
            <p:cNvSpPr/>
            <p:nvPr/>
          </p:nvSpPr>
          <p:spPr>
            <a:xfrm>
              <a:off x="2743200" y="1051560"/>
              <a:ext cx="3611880" cy="3246120"/>
            </a:xfrm>
            <a:prstGeom prst="rect">
              <a:avLst/>
            </a:prstGeom>
            <a:solidFill>
              <a:srgbClr val="FAFBFC"/>
            </a:solidFill>
            <a:ln/>
            <a:effectLst>
              <a:outerShdw blurRad="50800" dist="12700" dir="8100000" algn="bl" rotWithShape="0">
                <a:srgbClr val="94A3B8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AAD97CB-3F09-FAFF-90E8-1A628EA89D91}"/>
                </a:ext>
              </a:extLst>
            </p:cNvPr>
            <p:cNvGrpSpPr/>
            <p:nvPr/>
          </p:nvGrpSpPr>
          <p:grpSpPr>
            <a:xfrm>
              <a:off x="2926080" y="1124712"/>
              <a:ext cx="3246120" cy="2999232"/>
              <a:chOff x="2926080" y="1124712"/>
              <a:chExt cx="3246120" cy="2999232"/>
            </a:xfrm>
          </p:grpSpPr>
          <p:sp>
            <p:nvSpPr>
              <p:cNvPr id="94" name="Shape 28">
                <a:extLst>
                  <a:ext uri="{FF2B5EF4-FFF2-40B4-BE49-F238E27FC236}">
                    <a16:creationId xmlns:a16="http://schemas.microsoft.com/office/drawing/2014/main" id="{66F54548-44CB-2502-6BE5-D87360CFE1DE}"/>
                  </a:ext>
                </a:extLst>
              </p:cNvPr>
              <p:cNvSpPr/>
              <p:nvPr/>
            </p:nvSpPr>
            <p:spPr>
              <a:xfrm>
                <a:off x="2926080" y="1124712"/>
                <a:ext cx="3246120" cy="438912"/>
              </a:xfrm>
              <a:prstGeom prst="rect">
                <a:avLst/>
              </a:prstGeom>
              <a:solidFill>
                <a:srgbClr val="3B82F6"/>
              </a:solidFill>
              <a:ln/>
              <a:effectLst>
                <a:outerShdw blurRad="50800" dist="12700" dir="8100000" algn="bl" rotWithShape="0">
                  <a:srgbClr val="94A3B8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95" name="Image 2" descr="preencoded.png">
                <a:extLst>
                  <a:ext uri="{FF2B5EF4-FFF2-40B4-BE49-F238E27FC236}">
                    <a16:creationId xmlns:a16="http://schemas.microsoft.com/office/drawing/2014/main" id="{C4BB1891-E64D-0EBB-4C7C-DD5068DC2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99232" y="1170432"/>
                <a:ext cx="182880" cy="182880"/>
              </a:xfrm>
              <a:prstGeom prst="rect">
                <a:avLst/>
              </a:prstGeom>
            </p:spPr>
          </p:pic>
          <p:sp>
            <p:nvSpPr>
              <p:cNvPr id="96" name="Text 29">
                <a:extLst>
                  <a:ext uri="{FF2B5EF4-FFF2-40B4-BE49-F238E27FC236}">
                    <a16:creationId xmlns:a16="http://schemas.microsoft.com/office/drawing/2014/main" id="{1D0D9B11-4750-59B0-C631-D6D4C2565E1A}"/>
                  </a:ext>
                </a:extLst>
              </p:cNvPr>
              <p:cNvSpPr/>
              <p:nvPr/>
            </p:nvSpPr>
            <p:spPr>
              <a:xfrm>
                <a:off x="3236976" y="1143000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Input Data Layer</a:t>
                </a:r>
                <a:endParaRPr lang="en-US" sz="800" dirty="0"/>
              </a:p>
            </p:txBody>
          </p:sp>
          <p:sp>
            <p:nvSpPr>
              <p:cNvPr id="97" name="Text 30">
                <a:extLst>
                  <a:ext uri="{FF2B5EF4-FFF2-40B4-BE49-F238E27FC236}">
                    <a16:creationId xmlns:a16="http://schemas.microsoft.com/office/drawing/2014/main" id="{DD583B22-40FC-C75D-887F-930D331AC1B1}"/>
                  </a:ext>
                </a:extLst>
              </p:cNvPr>
              <p:cNvSpPr/>
              <p:nvPr/>
            </p:nvSpPr>
            <p:spPr>
              <a:xfrm>
                <a:off x="3236976" y="1271016"/>
                <a:ext cx="2862072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dirty="0">
                    <a:solidFill>
                      <a:srgbClr val="E2E8F0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cisco_config.py  •  topology.py</a:t>
                </a:r>
                <a:endParaRPr lang="en-US" sz="550" dirty="0"/>
              </a:p>
            </p:txBody>
          </p:sp>
          <p:sp>
            <p:nvSpPr>
              <p:cNvPr id="98" name="Text 31">
                <a:extLst>
                  <a:ext uri="{FF2B5EF4-FFF2-40B4-BE49-F238E27FC236}">
                    <a16:creationId xmlns:a16="http://schemas.microsoft.com/office/drawing/2014/main" id="{C9ED4868-6450-EFF4-1DDB-AF855EBAC805}"/>
                  </a:ext>
                </a:extLst>
              </p:cNvPr>
              <p:cNvSpPr/>
              <p:nvPr/>
            </p:nvSpPr>
            <p:spPr>
              <a:xfrm>
                <a:off x="3236976" y="1380744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i="1" dirty="0">
                    <a:solidFill>
                      <a:srgbClr val="D1FAE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Example : Nexus 9K NX-OS  •  Catalyst 6509 IOS  •  Regex CLI Parsing</a:t>
                </a:r>
                <a:endParaRPr lang="en-US" sz="550" dirty="0"/>
              </a:p>
            </p:txBody>
          </p:sp>
          <p:pic>
            <p:nvPicPr>
              <p:cNvPr id="99" name="Image 3" descr="preencoded.png">
                <a:extLst>
                  <a:ext uri="{FF2B5EF4-FFF2-40B4-BE49-F238E27FC236}">
                    <a16:creationId xmlns:a16="http://schemas.microsoft.com/office/drawing/2014/main" id="{1E8C761C-F447-BED8-F181-06A598470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4276" y="1568196"/>
                <a:ext cx="109728" cy="64008"/>
              </a:xfrm>
              <a:prstGeom prst="rect">
                <a:avLst/>
              </a:prstGeom>
            </p:spPr>
          </p:pic>
          <p:sp>
            <p:nvSpPr>
              <p:cNvPr id="100" name="Shape 32">
                <a:extLst>
                  <a:ext uri="{FF2B5EF4-FFF2-40B4-BE49-F238E27FC236}">
                    <a16:creationId xmlns:a16="http://schemas.microsoft.com/office/drawing/2014/main" id="{6AAB5F02-F665-4BE6-4871-7D12EF50D67D}"/>
                  </a:ext>
                </a:extLst>
              </p:cNvPr>
              <p:cNvSpPr/>
              <p:nvPr/>
            </p:nvSpPr>
            <p:spPr>
              <a:xfrm>
                <a:off x="2926080" y="1636776"/>
                <a:ext cx="3246120" cy="438912"/>
              </a:xfrm>
              <a:prstGeom prst="rect">
                <a:avLst/>
              </a:prstGeom>
              <a:solidFill>
                <a:srgbClr val="2563EB"/>
              </a:solidFill>
              <a:ln/>
              <a:effectLst>
                <a:outerShdw blurRad="50800" dist="12700" dir="8100000" algn="bl" rotWithShape="0">
                  <a:srgbClr val="94A3B8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01" name="Image 4" descr="preencoded.png">
                <a:extLst>
                  <a:ext uri="{FF2B5EF4-FFF2-40B4-BE49-F238E27FC236}">
                    <a16:creationId xmlns:a16="http://schemas.microsoft.com/office/drawing/2014/main" id="{F926BE9B-C7CF-B168-E908-C485180213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99232" y="1682496"/>
                <a:ext cx="182880" cy="182880"/>
              </a:xfrm>
              <a:prstGeom prst="rect">
                <a:avLst/>
              </a:prstGeom>
            </p:spPr>
          </p:pic>
          <p:sp>
            <p:nvSpPr>
              <p:cNvPr id="102" name="Text 33">
                <a:extLst>
                  <a:ext uri="{FF2B5EF4-FFF2-40B4-BE49-F238E27FC236}">
                    <a16:creationId xmlns:a16="http://schemas.microsoft.com/office/drawing/2014/main" id="{752F82F1-8631-11E2-D43C-2C678BA49E02}"/>
                  </a:ext>
                </a:extLst>
              </p:cNvPr>
              <p:cNvSpPr/>
              <p:nvPr/>
            </p:nvSpPr>
            <p:spPr>
              <a:xfrm>
                <a:off x="3236976" y="1655064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Config Analysis Engine</a:t>
                </a:r>
                <a:endParaRPr lang="en-US" sz="800" dirty="0"/>
              </a:p>
            </p:txBody>
          </p:sp>
          <p:sp>
            <p:nvSpPr>
              <p:cNvPr id="103" name="Text 34">
                <a:extLst>
                  <a:ext uri="{FF2B5EF4-FFF2-40B4-BE49-F238E27FC236}">
                    <a16:creationId xmlns:a16="http://schemas.microsoft.com/office/drawing/2014/main" id="{248B7BB8-B957-0056-CC65-40BB8EC37639}"/>
                  </a:ext>
                </a:extLst>
              </p:cNvPr>
              <p:cNvSpPr/>
              <p:nvPr/>
            </p:nvSpPr>
            <p:spPr>
              <a:xfrm>
                <a:off x="3236976" y="1783080"/>
                <a:ext cx="2862072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dirty="0">
                    <a:solidFill>
                      <a:srgbClr val="E2E8F0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CiscoConfigParser  •  Diff Engine</a:t>
                </a:r>
                <a:endParaRPr lang="en-US" sz="550" dirty="0"/>
              </a:p>
            </p:txBody>
          </p:sp>
          <p:sp>
            <p:nvSpPr>
              <p:cNvPr id="104" name="Text 35">
                <a:extLst>
                  <a:ext uri="{FF2B5EF4-FFF2-40B4-BE49-F238E27FC236}">
                    <a16:creationId xmlns:a16="http://schemas.microsoft.com/office/drawing/2014/main" id="{AAC65B37-B944-52AF-77DD-8C858739E429}"/>
                  </a:ext>
                </a:extLst>
              </p:cNvPr>
              <p:cNvSpPr/>
              <p:nvPr/>
            </p:nvSpPr>
            <p:spPr>
              <a:xfrm>
                <a:off x="3236976" y="1892808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i="1" dirty="0">
                    <a:solidFill>
                      <a:srgbClr val="D1FAE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BGP/OSPF/VLAN Parser  •  Running-Config Diff  </a:t>
                </a:r>
                <a:endParaRPr lang="en-US" sz="550" dirty="0"/>
              </a:p>
            </p:txBody>
          </p:sp>
          <p:pic>
            <p:nvPicPr>
              <p:cNvPr id="105" name="Image 5" descr="preencoded.png">
                <a:extLst>
                  <a:ext uri="{FF2B5EF4-FFF2-40B4-BE49-F238E27FC236}">
                    <a16:creationId xmlns:a16="http://schemas.microsoft.com/office/drawing/2014/main" id="{0B7AACE2-3291-EC8D-561D-EA537438D3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4276" y="2080260"/>
                <a:ext cx="109728" cy="64008"/>
              </a:xfrm>
              <a:prstGeom prst="rect">
                <a:avLst/>
              </a:prstGeom>
            </p:spPr>
          </p:pic>
          <p:sp>
            <p:nvSpPr>
              <p:cNvPr id="106" name="Shape 36">
                <a:extLst>
                  <a:ext uri="{FF2B5EF4-FFF2-40B4-BE49-F238E27FC236}">
                    <a16:creationId xmlns:a16="http://schemas.microsoft.com/office/drawing/2014/main" id="{0A342138-0B7D-9B05-11F4-2DA78E1BA663}"/>
                  </a:ext>
                </a:extLst>
              </p:cNvPr>
              <p:cNvSpPr/>
              <p:nvPr/>
            </p:nvSpPr>
            <p:spPr>
              <a:xfrm>
                <a:off x="2926080" y="2148840"/>
                <a:ext cx="3246120" cy="438912"/>
              </a:xfrm>
              <a:prstGeom prst="rect">
                <a:avLst/>
              </a:prstGeom>
              <a:solidFill>
                <a:srgbClr val="0D9488"/>
              </a:solidFill>
              <a:ln/>
              <a:effectLst>
                <a:outerShdw blurRad="50800" dist="12700" dir="8100000" algn="bl" rotWithShape="0">
                  <a:srgbClr val="94A3B8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07" name="Image 6" descr="preencoded.png">
                <a:extLst>
                  <a:ext uri="{FF2B5EF4-FFF2-40B4-BE49-F238E27FC236}">
                    <a16:creationId xmlns:a16="http://schemas.microsoft.com/office/drawing/2014/main" id="{7B15155F-3DFD-7004-8326-2036DB97F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99232" y="2194560"/>
                <a:ext cx="182880" cy="182880"/>
              </a:xfrm>
              <a:prstGeom prst="rect">
                <a:avLst/>
              </a:prstGeom>
            </p:spPr>
          </p:pic>
          <p:sp>
            <p:nvSpPr>
              <p:cNvPr id="108" name="Text 37">
                <a:extLst>
                  <a:ext uri="{FF2B5EF4-FFF2-40B4-BE49-F238E27FC236}">
                    <a16:creationId xmlns:a16="http://schemas.microsoft.com/office/drawing/2014/main" id="{D100D1E8-2605-1C08-2704-11545F066EDD}"/>
                  </a:ext>
                </a:extLst>
              </p:cNvPr>
              <p:cNvSpPr/>
              <p:nvPr/>
            </p:nvSpPr>
            <p:spPr>
              <a:xfrm>
                <a:off x="3236976" y="2167128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Network Graph Analytics</a:t>
                </a:r>
                <a:endParaRPr lang="en-US" sz="800" dirty="0"/>
              </a:p>
            </p:txBody>
          </p:sp>
          <p:sp>
            <p:nvSpPr>
              <p:cNvPr id="109" name="Text 38">
                <a:extLst>
                  <a:ext uri="{FF2B5EF4-FFF2-40B4-BE49-F238E27FC236}">
                    <a16:creationId xmlns:a16="http://schemas.microsoft.com/office/drawing/2014/main" id="{A13EF674-2DE5-1BDC-A8B5-0556E16BFBF1}"/>
                  </a:ext>
                </a:extLst>
              </p:cNvPr>
              <p:cNvSpPr/>
              <p:nvPr/>
            </p:nvSpPr>
            <p:spPr>
              <a:xfrm>
                <a:off x="3236976" y="2295144"/>
                <a:ext cx="2862072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dirty="0">
                    <a:solidFill>
                      <a:srgbClr val="E2E8F0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5 Centrality Algorithms</a:t>
                </a:r>
                <a:endParaRPr lang="en-US" sz="550" dirty="0"/>
              </a:p>
            </p:txBody>
          </p:sp>
          <p:pic>
            <p:nvPicPr>
              <p:cNvPr id="111" name="Image 7" descr="preencoded.png">
                <a:extLst>
                  <a:ext uri="{FF2B5EF4-FFF2-40B4-BE49-F238E27FC236}">
                    <a16:creationId xmlns:a16="http://schemas.microsoft.com/office/drawing/2014/main" id="{607CA7E9-D26A-0447-CD19-4E2A33977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4276" y="2592324"/>
                <a:ext cx="109728" cy="64008"/>
              </a:xfrm>
              <a:prstGeom prst="rect">
                <a:avLst/>
              </a:prstGeom>
            </p:spPr>
          </p:pic>
          <p:sp>
            <p:nvSpPr>
              <p:cNvPr id="112" name="Shape 40">
                <a:extLst>
                  <a:ext uri="{FF2B5EF4-FFF2-40B4-BE49-F238E27FC236}">
                    <a16:creationId xmlns:a16="http://schemas.microsoft.com/office/drawing/2014/main" id="{8F6E4902-D57E-5795-5AA0-C5B0FD334106}"/>
                  </a:ext>
                </a:extLst>
              </p:cNvPr>
              <p:cNvSpPr/>
              <p:nvPr/>
            </p:nvSpPr>
            <p:spPr>
              <a:xfrm>
                <a:off x="2926080" y="2660904"/>
                <a:ext cx="3246120" cy="438912"/>
              </a:xfrm>
              <a:prstGeom prst="rect">
                <a:avLst/>
              </a:prstGeom>
              <a:solidFill>
                <a:srgbClr val="059669"/>
              </a:solidFill>
              <a:ln/>
              <a:effectLst>
                <a:outerShdw blurRad="50800" dist="12700" dir="8100000" algn="bl" rotWithShape="0">
                  <a:srgbClr val="94A3B8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3" name="Image 8" descr="preencoded.png">
                <a:extLst>
                  <a:ext uri="{FF2B5EF4-FFF2-40B4-BE49-F238E27FC236}">
                    <a16:creationId xmlns:a16="http://schemas.microsoft.com/office/drawing/2014/main" id="{30F4DD0D-DC6F-0757-67DB-BECA3B048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99232" y="2706624"/>
                <a:ext cx="182880" cy="182880"/>
              </a:xfrm>
              <a:prstGeom prst="rect">
                <a:avLst/>
              </a:prstGeom>
            </p:spPr>
          </p:pic>
          <p:sp>
            <p:nvSpPr>
              <p:cNvPr id="114" name="Text 41">
                <a:extLst>
                  <a:ext uri="{FF2B5EF4-FFF2-40B4-BE49-F238E27FC236}">
                    <a16:creationId xmlns:a16="http://schemas.microsoft.com/office/drawing/2014/main" id="{7368D785-03CA-8284-FCE4-89A89FB09CE5}"/>
                  </a:ext>
                </a:extLst>
              </p:cNvPr>
              <p:cNvSpPr/>
              <p:nvPr/>
            </p:nvSpPr>
            <p:spPr>
              <a:xfrm>
                <a:off x="3236976" y="2679192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ML Risk Scoring</a:t>
                </a:r>
                <a:endParaRPr lang="en-US" sz="800" dirty="0"/>
              </a:p>
            </p:txBody>
          </p:sp>
          <p:sp>
            <p:nvSpPr>
              <p:cNvPr id="115" name="Text 42">
                <a:extLst>
                  <a:ext uri="{FF2B5EF4-FFF2-40B4-BE49-F238E27FC236}">
                    <a16:creationId xmlns:a16="http://schemas.microsoft.com/office/drawing/2014/main" id="{C6F93920-A3D2-57EC-7A20-473DCA9C82A2}"/>
                  </a:ext>
                </a:extLst>
              </p:cNvPr>
              <p:cNvSpPr/>
              <p:nvPr/>
            </p:nvSpPr>
            <p:spPr>
              <a:xfrm>
                <a:off x="3236976" y="2807208"/>
                <a:ext cx="2862072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dirty="0">
                    <a:solidFill>
                      <a:srgbClr val="E2E8F0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risk_predictor.py </a:t>
                </a:r>
                <a:endParaRPr lang="en-US" sz="550" dirty="0"/>
              </a:p>
            </p:txBody>
          </p:sp>
          <p:sp>
            <p:nvSpPr>
              <p:cNvPr id="116" name="Text 43">
                <a:extLst>
                  <a:ext uri="{FF2B5EF4-FFF2-40B4-BE49-F238E27FC236}">
                    <a16:creationId xmlns:a16="http://schemas.microsoft.com/office/drawing/2014/main" id="{51A5274D-5CBF-8D77-3A25-5162550BD622}"/>
                  </a:ext>
                </a:extLst>
              </p:cNvPr>
              <p:cNvSpPr/>
              <p:nvPr/>
            </p:nvSpPr>
            <p:spPr>
              <a:xfrm>
                <a:off x="3236976" y="2916936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550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Logistic Regression</a:t>
                </a:r>
                <a:r>
                  <a:rPr lang="en-US" sz="550" dirty="0">
                    <a:solidFill>
                      <a:schemeClr val="bg1"/>
                    </a:solidFill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sz="550" i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selected out of 7 ML model</a:t>
                </a:r>
                <a:endParaRPr lang="en-US" sz="55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17" name="Image 9" descr="preencoded.png">
                <a:extLst>
                  <a:ext uri="{FF2B5EF4-FFF2-40B4-BE49-F238E27FC236}">
                    <a16:creationId xmlns:a16="http://schemas.microsoft.com/office/drawing/2014/main" id="{A7089F3F-29A0-222D-2914-4041C55DE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4276" y="3104388"/>
                <a:ext cx="109728" cy="64008"/>
              </a:xfrm>
              <a:prstGeom prst="rect">
                <a:avLst/>
              </a:prstGeom>
            </p:spPr>
          </p:pic>
          <p:sp>
            <p:nvSpPr>
              <p:cNvPr id="118" name="Shape 44">
                <a:extLst>
                  <a:ext uri="{FF2B5EF4-FFF2-40B4-BE49-F238E27FC236}">
                    <a16:creationId xmlns:a16="http://schemas.microsoft.com/office/drawing/2014/main" id="{03ADA8B4-738D-6586-010F-1C4C5DA01F03}"/>
                  </a:ext>
                </a:extLst>
              </p:cNvPr>
              <p:cNvSpPr/>
              <p:nvPr/>
            </p:nvSpPr>
            <p:spPr>
              <a:xfrm>
                <a:off x="2926080" y="3172968"/>
                <a:ext cx="3246120" cy="438912"/>
              </a:xfrm>
              <a:prstGeom prst="rect">
                <a:avLst/>
              </a:prstGeom>
              <a:solidFill>
                <a:srgbClr val="B8860B"/>
              </a:solidFill>
              <a:ln/>
              <a:effectLst>
                <a:outerShdw blurRad="50800" dist="12700" dir="8100000" algn="bl" rotWithShape="0">
                  <a:srgbClr val="94A3B8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9" name="Image 10" descr="preencoded.png">
                <a:extLst>
                  <a:ext uri="{FF2B5EF4-FFF2-40B4-BE49-F238E27FC236}">
                    <a16:creationId xmlns:a16="http://schemas.microsoft.com/office/drawing/2014/main" id="{B51EDEEF-2162-B79C-54A1-F0964885B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99232" y="3218688"/>
                <a:ext cx="182880" cy="182880"/>
              </a:xfrm>
              <a:prstGeom prst="rect">
                <a:avLst/>
              </a:prstGeom>
            </p:spPr>
          </p:pic>
          <p:sp>
            <p:nvSpPr>
              <p:cNvPr id="120" name="Text 45">
                <a:extLst>
                  <a:ext uri="{FF2B5EF4-FFF2-40B4-BE49-F238E27FC236}">
                    <a16:creationId xmlns:a16="http://schemas.microsoft.com/office/drawing/2014/main" id="{0146C88D-E421-D644-AD61-66A6130ADE22}"/>
                  </a:ext>
                </a:extLst>
              </p:cNvPr>
              <p:cNvSpPr/>
              <p:nvPr/>
            </p:nvSpPr>
            <p:spPr>
              <a:xfrm>
                <a:off x="3236976" y="3191256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Explainability </a:t>
                </a:r>
                <a:endParaRPr lang="en-US" sz="800" dirty="0"/>
              </a:p>
            </p:txBody>
          </p:sp>
          <p:sp>
            <p:nvSpPr>
              <p:cNvPr id="122" name="Text 47">
                <a:extLst>
                  <a:ext uri="{FF2B5EF4-FFF2-40B4-BE49-F238E27FC236}">
                    <a16:creationId xmlns:a16="http://schemas.microsoft.com/office/drawing/2014/main" id="{ACA1BB6C-C8E5-38DA-DD09-A69B2939485F}"/>
                  </a:ext>
                </a:extLst>
              </p:cNvPr>
              <p:cNvSpPr/>
              <p:nvPr/>
            </p:nvSpPr>
            <p:spPr>
              <a:xfrm>
                <a:off x="3215959" y="3335979"/>
                <a:ext cx="2862073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550" i="1" dirty="0">
                    <a:solidFill>
                      <a:srgbClr val="D1FAE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 LLM Explanations  •  SHAP-style Reasoning</a:t>
                </a:r>
                <a:endParaRPr lang="en-US" sz="550" dirty="0"/>
              </a:p>
            </p:txBody>
          </p:sp>
          <p:pic>
            <p:nvPicPr>
              <p:cNvPr id="123" name="Image 11" descr="preencoded.png">
                <a:extLst>
                  <a:ext uri="{FF2B5EF4-FFF2-40B4-BE49-F238E27FC236}">
                    <a16:creationId xmlns:a16="http://schemas.microsoft.com/office/drawing/2014/main" id="{03E7B7CF-ABB5-8E33-7CA2-9C715C224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4276" y="3616452"/>
                <a:ext cx="109728" cy="64008"/>
              </a:xfrm>
              <a:prstGeom prst="rect">
                <a:avLst/>
              </a:prstGeom>
            </p:spPr>
          </p:pic>
          <p:sp>
            <p:nvSpPr>
              <p:cNvPr id="124" name="Shape 48">
                <a:extLst>
                  <a:ext uri="{FF2B5EF4-FFF2-40B4-BE49-F238E27FC236}">
                    <a16:creationId xmlns:a16="http://schemas.microsoft.com/office/drawing/2014/main" id="{AEF09DC9-2560-802D-283E-E4E157A91E7A}"/>
                  </a:ext>
                </a:extLst>
              </p:cNvPr>
              <p:cNvSpPr/>
              <p:nvPr/>
            </p:nvSpPr>
            <p:spPr>
              <a:xfrm>
                <a:off x="2926080" y="3685032"/>
                <a:ext cx="3246120" cy="438912"/>
              </a:xfrm>
              <a:prstGeom prst="rect">
                <a:avLst/>
              </a:prstGeom>
              <a:solidFill>
                <a:srgbClr val="16A34A"/>
              </a:solidFill>
              <a:ln/>
              <a:effectLst>
                <a:outerShdw blurRad="50800" dist="12700" dir="8100000" algn="bl" rotWithShape="0">
                  <a:srgbClr val="94A3B8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25" name="Image 12" descr="preencoded.png">
                <a:extLst>
                  <a:ext uri="{FF2B5EF4-FFF2-40B4-BE49-F238E27FC236}">
                    <a16:creationId xmlns:a16="http://schemas.microsoft.com/office/drawing/2014/main" id="{138631B9-DCE0-BFC5-8707-266A97033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99232" y="3730752"/>
                <a:ext cx="182880" cy="182880"/>
              </a:xfrm>
              <a:prstGeom prst="rect">
                <a:avLst/>
              </a:prstGeom>
            </p:spPr>
          </p:pic>
          <p:sp>
            <p:nvSpPr>
              <p:cNvPr id="126" name="Text 49">
                <a:extLst>
                  <a:ext uri="{FF2B5EF4-FFF2-40B4-BE49-F238E27FC236}">
                    <a16:creationId xmlns:a16="http://schemas.microsoft.com/office/drawing/2014/main" id="{5CB1C9B5-E7C2-C0FD-4BE9-B8DF720E9729}"/>
                  </a:ext>
                </a:extLst>
              </p:cNvPr>
              <p:cNvSpPr/>
              <p:nvPr/>
            </p:nvSpPr>
            <p:spPr>
              <a:xfrm>
                <a:off x="3236976" y="3703320"/>
                <a:ext cx="2862072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Risk Advisory Output</a:t>
                </a:r>
                <a:endParaRPr lang="en-US" sz="800" dirty="0"/>
              </a:p>
            </p:txBody>
          </p:sp>
          <p:sp>
            <p:nvSpPr>
              <p:cNvPr id="128" name="Text 51">
                <a:extLst>
                  <a:ext uri="{FF2B5EF4-FFF2-40B4-BE49-F238E27FC236}">
                    <a16:creationId xmlns:a16="http://schemas.microsoft.com/office/drawing/2014/main" id="{6E082E7D-B374-83D5-1C36-55A119086624}"/>
                  </a:ext>
                </a:extLst>
              </p:cNvPr>
              <p:cNvSpPr/>
              <p:nvPr/>
            </p:nvSpPr>
            <p:spPr>
              <a:xfrm>
                <a:off x="3184290" y="3858840"/>
                <a:ext cx="2862073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550" i="1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•  Blast Radius Map  , </a:t>
                </a:r>
                <a:r>
                  <a:rPr lang="en-US" sz="550" dirty="0">
                    <a:solidFill>
                      <a:schemeClr val="bg1"/>
                    </a:solidFill>
                  </a:rPr>
                  <a:t>Risk Probability &amp; Risk Level 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1887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18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554480" y="64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Network Change Safety Guardian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 •  Real Data  •  10 Device DC Topology  •  20 Services  •  7 ML Models</a:t>
            </a:r>
            <a:endParaRPr lang="en-US" sz="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08392" y="91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BlastGuard-AI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08392" y="274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Pipeline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182880" y="713232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" y="713232"/>
            <a:ext cx="260604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74980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71323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Demo Input Data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56032" y="1042416"/>
            <a:ext cx="2459736" cy="4754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10896" y="105156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Core1.cfg (Proposed Change)</a:t>
            </a:r>
            <a:endParaRPr lang="en-US" sz="550" dirty="0"/>
          </a:p>
          <a:p>
            <a:pPr marL="0" indent="0">
              <a:buNone/>
            </a:pPr>
            <a:r>
              <a:rPr lang="en-US" sz="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Core1</a:t>
            </a:r>
            <a:endParaRPr lang="en-US" sz="550" dirty="0"/>
          </a:p>
          <a:p>
            <a:pPr marL="0" indent="0">
              <a:buNone/>
            </a:pPr>
            <a:r>
              <a:rPr lang="en-US" sz="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bgp 65000</a:t>
            </a:r>
            <a:endParaRPr lang="en-US" sz="550" dirty="0"/>
          </a:p>
          <a:p>
            <a:pPr marL="0" indent="0">
              <a:buNone/>
            </a:pPr>
            <a:r>
              <a:rPr lang="en-US" sz="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neighbor 2.2.2.2 remote-as 65000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256032" y="1572768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 10 Devices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256032" y="1700784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Core1/2 → Agg1/2 → Edge1/2/3 → Access1/2/3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256032" y="1810512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Services (Bank, Retail, Hospital, Finance)</a:t>
            </a:r>
            <a:endParaRPr lang="en-US" sz="550" dirty="0"/>
          </a:p>
        </p:txBody>
      </p:sp>
      <p:sp>
        <p:nvSpPr>
          <p:cNvPr id="20" name="Text 16"/>
          <p:cNvSpPr/>
          <p:nvPr/>
        </p:nvSpPr>
        <p:spPr>
          <a:xfrm>
            <a:off x="256032" y="1920240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200 samples • Features: role, deg, between, change, traffic</a:t>
            </a:r>
            <a:endParaRPr lang="en-US" sz="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6" y="1348740"/>
            <a:ext cx="182880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063240" y="713232"/>
            <a:ext cx="28803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063240" y="713232"/>
            <a:ext cx="2880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04" y="74980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9272" y="7132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 Diff + Graph Analytics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3136392" y="1024128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Detected: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3136392" y="1152144"/>
            <a:ext cx="2734056" cy="237744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191256" y="115214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BGP_REMOVE  •  neighbor 2.2.2.2 REMOVED from Core1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3136392" y="1463040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Centrality (Core1):</a:t>
            </a:r>
            <a:endParaRPr lang="en-US" sz="6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3136392" y="1600200"/>
          <a:ext cx="2651760" cy="8763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Centrality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Betweenness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(Core=2)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Load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1348740"/>
            <a:ext cx="182880" cy="146304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217920" y="713232"/>
            <a:ext cx="274320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6217920" y="713232"/>
            <a:ext cx="274320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749808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473952" y="7132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ML Risk Scoring</a:t>
            </a:r>
            <a:endParaRPr lang="en-US" sz="750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699362"/>
              </p:ext>
            </p:extLst>
          </p:nvPr>
        </p:nvGraphicFramePr>
        <p:xfrm>
          <a:off x="6291072" y="1024128"/>
          <a:ext cx="2523744" cy="1402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Shape 27"/>
          <p:cNvSpPr/>
          <p:nvPr/>
        </p:nvSpPr>
        <p:spPr>
          <a:xfrm>
            <a:off x="6291072" y="1883664"/>
            <a:ext cx="2596896" cy="18288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/>
          <p:nvPr/>
        </p:nvSpPr>
        <p:spPr>
          <a:xfrm>
            <a:off x="6345936" y="188366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→ 96.74%</a:t>
            </a:r>
            <a:endParaRPr lang="en-US" sz="6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0268" y="2499360"/>
            <a:ext cx="182880" cy="128016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201168" y="2673990"/>
            <a:ext cx="260604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0"/>
          <p:cNvSpPr/>
          <p:nvPr/>
        </p:nvSpPr>
        <p:spPr>
          <a:xfrm>
            <a:off x="201168" y="2673990"/>
            <a:ext cx="2606040" cy="25603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" y="2710566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57200" y="267399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SHAP Explainability</a:t>
            </a:r>
            <a:endParaRPr lang="en-US" sz="750" dirty="0"/>
          </a:p>
        </p:txBody>
      </p:sp>
      <p:sp>
        <p:nvSpPr>
          <p:cNvPr id="44" name="Text 32"/>
          <p:cNvSpPr/>
          <p:nvPr/>
        </p:nvSpPr>
        <p:spPr>
          <a:xfrm>
            <a:off x="274320" y="2984886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Contributions (Core1 </a:t>
            </a:r>
            <a:r>
              <a:rPr lang="en-US" sz="6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</a:t>
            </a: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Demo):</a:t>
            </a:r>
            <a:endParaRPr lang="en-US" sz="650" dirty="0"/>
          </a:p>
        </p:txBody>
      </p:sp>
      <p:sp>
        <p:nvSpPr>
          <p:cNvPr id="45" name="Text 33"/>
          <p:cNvSpPr/>
          <p:nvPr/>
        </p:nvSpPr>
        <p:spPr>
          <a:xfrm>
            <a:off x="274320" y="314947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(Core=2)</a:t>
            </a:r>
            <a:endParaRPr lang="en-US" sz="550" dirty="0"/>
          </a:p>
        </p:txBody>
      </p:sp>
      <p:sp>
        <p:nvSpPr>
          <p:cNvPr id="46" name="Shape 34"/>
          <p:cNvSpPr/>
          <p:nvPr/>
        </p:nvSpPr>
        <p:spPr>
          <a:xfrm>
            <a:off x="1389888" y="3167766"/>
            <a:ext cx="1120140" cy="1005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/>
          <p:nvPr/>
        </p:nvSpPr>
        <p:spPr>
          <a:xfrm>
            <a:off x="2546604" y="314947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500" dirty="0"/>
          </a:p>
        </p:txBody>
      </p:sp>
      <p:sp>
        <p:nvSpPr>
          <p:cNvPr id="48" name="Text 36"/>
          <p:cNvSpPr/>
          <p:nvPr/>
        </p:nvSpPr>
        <p:spPr>
          <a:xfrm>
            <a:off x="274320" y="332321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(0.40)</a:t>
            </a:r>
            <a:endParaRPr lang="en-US" sz="550" dirty="0"/>
          </a:p>
        </p:txBody>
      </p:sp>
      <p:sp>
        <p:nvSpPr>
          <p:cNvPr id="49" name="Shape 37"/>
          <p:cNvSpPr/>
          <p:nvPr/>
        </p:nvSpPr>
        <p:spPr>
          <a:xfrm>
            <a:off x="1389888" y="3341502"/>
            <a:ext cx="896112" cy="1005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8"/>
          <p:cNvSpPr/>
          <p:nvPr/>
        </p:nvSpPr>
        <p:spPr>
          <a:xfrm>
            <a:off x="2322576" y="332321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500" dirty="0"/>
          </a:p>
        </p:txBody>
      </p:sp>
      <p:sp>
        <p:nvSpPr>
          <p:cNvPr id="51" name="Text 39"/>
          <p:cNvSpPr/>
          <p:nvPr/>
        </p:nvSpPr>
        <p:spPr>
          <a:xfrm>
            <a:off x="274320" y="349695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(0.33)</a:t>
            </a:r>
            <a:endParaRPr lang="en-US" sz="550" dirty="0"/>
          </a:p>
        </p:txBody>
      </p:sp>
      <p:sp>
        <p:nvSpPr>
          <p:cNvPr id="52" name="Shape 40"/>
          <p:cNvSpPr/>
          <p:nvPr/>
        </p:nvSpPr>
        <p:spPr>
          <a:xfrm>
            <a:off x="1389888" y="3515238"/>
            <a:ext cx="704088" cy="1005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1"/>
          <p:cNvSpPr/>
          <p:nvPr/>
        </p:nvSpPr>
        <p:spPr>
          <a:xfrm>
            <a:off x="2130552" y="349695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500" dirty="0"/>
          </a:p>
        </p:txBody>
      </p:sp>
      <p:sp>
        <p:nvSpPr>
          <p:cNvPr id="54" name="Text 42"/>
          <p:cNvSpPr/>
          <p:nvPr/>
        </p:nvSpPr>
        <p:spPr>
          <a:xfrm>
            <a:off x="274320" y="367068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(50%)</a:t>
            </a:r>
            <a:endParaRPr lang="en-US" sz="550" dirty="0"/>
          </a:p>
        </p:txBody>
      </p:sp>
      <p:sp>
        <p:nvSpPr>
          <p:cNvPr id="55" name="Shape 43"/>
          <p:cNvSpPr/>
          <p:nvPr/>
        </p:nvSpPr>
        <p:spPr>
          <a:xfrm>
            <a:off x="1389888" y="3688974"/>
            <a:ext cx="576072" cy="100584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4"/>
          <p:cNvSpPr/>
          <p:nvPr/>
        </p:nvSpPr>
        <p:spPr>
          <a:xfrm>
            <a:off x="2002536" y="367068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500" dirty="0"/>
          </a:p>
        </p:txBody>
      </p:sp>
      <p:sp>
        <p:nvSpPr>
          <p:cNvPr id="57" name="Text 45"/>
          <p:cNvSpPr/>
          <p:nvPr/>
        </p:nvSpPr>
        <p:spPr>
          <a:xfrm>
            <a:off x="274320" y="384442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(BGP)</a:t>
            </a:r>
            <a:endParaRPr lang="en-US" sz="550" dirty="0"/>
          </a:p>
        </p:txBody>
      </p:sp>
      <p:sp>
        <p:nvSpPr>
          <p:cNvPr id="58" name="Shape 46"/>
          <p:cNvSpPr/>
          <p:nvPr/>
        </p:nvSpPr>
        <p:spPr>
          <a:xfrm>
            <a:off x="1389888" y="3862710"/>
            <a:ext cx="480060" cy="1005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7"/>
          <p:cNvSpPr/>
          <p:nvPr/>
        </p:nvSpPr>
        <p:spPr>
          <a:xfrm>
            <a:off x="1906524" y="384442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500" dirty="0"/>
          </a:p>
        </p:txBody>
      </p:sp>
      <p:sp>
        <p:nvSpPr>
          <p:cNvPr id="60" name="Text 48"/>
          <p:cNvSpPr/>
          <p:nvPr/>
        </p:nvSpPr>
        <p:spPr>
          <a:xfrm>
            <a:off x="274320" y="4027302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"Aggregation role + high betweenness = multi-layer impact"</a:t>
            </a:r>
            <a:endParaRPr lang="en-US" sz="500" dirty="0"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784" y="3355218"/>
            <a:ext cx="182880" cy="146304"/>
          </a:xfrm>
          <a:prstGeom prst="rect">
            <a:avLst/>
          </a:prstGeom>
        </p:spPr>
      </p:pic>
      <p:sp>
        <p:nvSpPr>
          <p:cNvPr id="62" name="Shape 49"/>
          <p:cNvSpPr/>
          <p:nvPr/>
        </p:nvSpPr>
        <p:spPr>
          <a:xfrm>
            <a:off x="3081528" y="2673990"/>
            <a:ext cx="288036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0"/>
          <p:cNvSpPr/>
          <p:nvPr/>
        </p:nvSpPr>
        <p:spPr>
          <a:xfrm>
            <a:off x="3081528" y="2673990"/>
            <a:ext cx="288036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6392" y="2710566"/>
            <a:ext cx="164592" cy="164592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3337560" y="267399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Blast Radius Analysis</a:t>
            </a:r>
            <a:endParaRPr lang="en-US" sz="750" dirty="0"/>
          </a:p>
        </p:txBody>
      </p:sp>
      <p:sp>
        <p:nvSpPr>
          <p:cNvPr id="66" name="Text 52"/>
          <p:cNvSpPr/>
          <p:nvPr/>
        </p:nvSpPr>
        <p:spPr>
          <a:xfrm>
            <a:off x="3218688" y="299403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</a:rPr>
              <a:t>10</a:t>
            </a:r>
            <a:endParaRPr lang="en-US" sz="2800" dirty="0"/>
          </a:p>
        </p:txBody>
      </p:sp>
      <p:sp>
        <p:nvSpPr>
          <p:cNvPr id="67" name="Text 53"/>
          <p:cNvSpPr/>
          <p:nvPr/>
        </p:nvSpPr>
        <p:spPr>
          <a:xfrm>
            <a:off x="3218688" y="335979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</a:t>
            </a:r>
            <a:endParaRPr lang="en-US" sz="550" dirty="0"/>
          </a:p>
        </p:txBody>
      </p:sp>
      <p:sp>
        <p:nvSpPr>
          <p:cNvPr id="68" name="Text 54"/>
          <p:cNvSpPr/>
          <p:nvPr/>
        </p:nvSpPr>
        <p:spPr>
          <a:xfrm>
            <a:off x="4087368" y="299403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69" name="Text 55"/>
          <p:cNvSpPr/>
          <p:nvPr/>
        </p:nvSpPr>
        <p:spPr>
          <a:xfrm>
            <a:off x="4087368" y="335979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endParaRPr lang="en-US" sz="550" dirty="0"/>
          </a:p>
        </p:txBody>
      </p:sp>
      <p:sp>
        <p:nvSpPr>
          <p:cNvPr id="70" name="Text 56"/>
          <p:cNvSpPr/>
          <p:nvPr/>
        </p:nvSpPr>
        <p:spPr>
          <a:xfrm>
            <a:off x="4956048" y="298488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Devices:</a:t>
            </a:r>
            <a:endParaRPr lang="en-US" sz="600" dirty="0"/>
          </a:p>
        </p:txBody>
      </p:sp>
      <p:sp>
        <p:nvSpPr>
          <p:cNvPr id="71" name="Shape 57"/>
          <p:cNvSpPr/>
          <p:nvPr/>
        </p:nvSpPr>
        <p:spPr>
          <a:xfrm>
            <a:off x="5001768" y="314947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58"/>
          <p:cNvSpPr/>
          <p:nvPr/>
        </p:nvSpPr>
        <p:spPr>
          <a:xfrm>
            <a:off x="5093208" y="3131190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Core1</a:t>
            </a:r>
            <a:endParaRPr lang="en-US" sz="550" dirty="0"/>
          </a:p>
        </p:txBody>
      </p:sp>
      <p:sp>
        <p:nvSpPr>
          <p:cNvPr id="73" name="Shape 59"/>
          <p:cNvSpPr/>
          <p:nvPr/>
        </p:nvSpPr>
        <p:spPr>
          <a:xfrm>
            <a:off x="5001768" y="3259206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0"/>
          <p:cNvSpPr/>
          <p:nvPr/>
        </p:nvSpPr>
        <p:spPr>
          <a:xfrm>
            <a:off x="5093208" y="324091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Core2</a:t>
            </a:r>
            <a:endParaRPr lang="en-US" sz="550" dirty="0"/>
          </a:p>
        </p:txBody>
      </p:sp>
      <p:sp>
        <p:nvSpPr>
          <p:cNvPr id="75" name="Shape 61"/>
          <p:cNvSpPr/>
          <p:nvPr/>
        </p:nvSpPr>
        <p:spPr>
          <a:xfrm>
            <a:off x="5001768" y="3368934"/>
            <a:ext cx="54864" cy="5486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2"/>
          <p:cNvSpPr/>
          <p:nvPr/>
        </p:nvSpPr>
        <p:spPr>
          <a:xfrm>
            <a:off x="5093208" y="335064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Agg1</a:t>
            </a:r>
            <a:endParaRPr lang="en-US" sz="550" dirty="0"/>
          </a:p>
        </p:txBody>
      </p:sp>
      <p:sp>
        <p:nvSpPr>
          <p:cNvPr id="77" name="Shape 63"/>
          <p:cNvSpPr/>
          <p:nvPr/>
        </p:nvSpPr>
        <p:spPr>
          <a:xfrm>
            <a:off x="5001768" y="3478662"/>
            <a:ext cx="54864" cy="5486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64"/>
          <p:cNvSpPr/>
          <p:nvPr/>
        </p:nvSpPr>
        <p:spPr>
          <a:xfrm>
            <a:off x="5093208" y="346037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Agg2</a:t>
            </a:r>
            <a:endParaRPr lang="en-US" sz="550" dirty="0"/>
          </a:p>
        </p:txBody>
      </p:sp>
      <p:sp>
        <p:nvSpPr>
          <p:cNvPr id="79" name="Shape 65"/>
          <p:cNvSpPr/>
          <p:nvPr/>
        </p:nvSpPr>
        <p:spPr>
          <a:xfrm>
            <a:off x="5001768" y="3588390"/>
            <a:ext cx="54864" cy="5486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66"/>
          <p:cNvSpPr/>
          <p:nvPr/>
        </p:nvSpPr>
        <p:spPr>
          <a:xfrm>
            <a:off x="5093208" y="357010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Edge1</a:t>
            </a:r>
            <a:endParaRPr lang="en-US" sz="550" dirty="0"/>
          </a:p>
        </p:txBody>
      </p:sp>
      <p:sp>
        <p:nvSpPr>
          <p:cNvPr id="81" name="Shape 67"/>
          <p:cNvSpPr/>
          <p:nvPr/>
        </p:nvSpPr>
        <p:spPr>
          <a:xfrm>
            <a:off x="5001768" y="3698118"/>
            <a:ext cx="54864" cy="5486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8"/>
          <p:cNvSpPr/>
          <p:nvPr/>
        </p:nvSpPr>
        <p:spPr>
          <a:xfrm>
            <a:off x="5093208" y="3679830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Edge2</a:t>
            </a:r>
            <a:endParaRPr lang="en-US" sz="550" dirty="0"/>
          </a:p>
        </p:txBody>
      </p:sp>
      <p:sp>
        <p:nvSpPr>
          <p:cNvPr id="83" name="Shape 69"/>
          <p:cNvSpPr/>
          <p:nvPr/>
        </p:nvSpPr>
        <p:spPr>
          <a:xfrm>
            <a:off x="5001768" y="3807846"/>
            <a:ext cx="54864" cy="5486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0"/>
          <p:cNvSpPr/>
          <p:nvPr/>
        </p:nvSpPr>
        <p:spPr>
          <a:xfrm>
            <a:off x="5093208" y="378955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Access1</a:t>
            </a:r>
            <a:endParaRPr lang="en-US" sz="550" dirty="0"/>
          </a:p>
        </p:txBody>
      </p:sp>
      <p:sp>
        <p:nvSpPr>
          <p:cNvPr id="85" name="Shape 71"/>
          <p:cNvSpPr/>
          <p:nvPr/>
        </p:nvSpPr>
        <p:spPr>
          <a:xfrm>
            <a:off x="5001768" y="3917574"/>
            <a:ext cx="54864" cy="5486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2"/>
          <p:cNvSpPr/>
          <p:nvPr/>
        </p:nvSpPr>
        <p:spPr>
          <a:xfrm>
            <a:off x="5093208" y="389928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Access2</a:t>
            </a:r>
            <a:endParaRPr lang="en-US" sz="550" dirty="0"/>
          </a:p>
        </p:txBody>
      </p:sp>
      <p:sp>
        <p:nvSpPr>
          <p:cNvPr id="87" name="Shape 73"/>
          <p:cNvSpPr/>
          <p:nvPr/>
        </p:nvSpPr>
        <p:spPr>
          <a:xfrm>
            <a:off x="3154680" y="3661542"/>
            <a:ext cx="1691640" cy="43891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74"/>
          <p:cNvSpPr/>
          <p:nvPr/>
        </p:nvSpPr>
        <p:spPr>
          <a:xfrm>
            <a:off x="3209544" y="367983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Logic:</a:t>
            </a:r>
            <a:endParaRPr lang="en-US" sz="550" dirty="0"/>
          </a:p>
        </p:txBody>
      </p:sp>
      <p:sp>
        <p:nvSpPr>
          <p:cNvPr id="89" name="Text 75"/>
          <p:cNvSpPr/>
          <p:nvPr/>
        </p:nvSpPr>
        <p:spPr>
          <a:xfrm>
            <a:off x="3209544" y="378955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routers bridge core ↔ edge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propagates to ALL layers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traversal: depth 3 hops</a:t>
            </a:r>
            <a:endParaRPr lang="en-US" sz="500" dirty="0"/>
          </a:p>
        </p:txBody>
      </p:sp>
      <p:pic>
        <p:nvPicPr>
          <p:cNvPr id="9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3355218"/>
            <a:ext cx="182880" cy="146304"/>
          </a:xfrm>
          <a:prstGeom prst="rect">
            <a:avLst/>
          </a:prstGeom>
        </p:spPr>
      </p:pic>
      <p:sp>
        <p:nvSpPr>
          <p:cNvPr id="91" name="Shape 76"/>
          <p:cNvSpPr/>
          <p:nvPr/>
        </p:nvSpPr>
        <p:spPr>
          <a:xfrm>
            <a:off x="6236208" y="2673990"/>
            <a:ext cx="274320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Shape 77"/>
          <p:cNvSpPr/>
          <p:nvPr/>
        </p:nvSpPr>
        <p:spPr>
          <a:xfrm>
            <a:off x="6236208" y="2673990"/>
            <a:ext cx="27432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2710566"/>
            <a:ext cx="164592" cy="164592"/>
          </a:xfrm>
          <a:prstGeom prst="rect">
            <a:avLst/>
          </a:prstGeom>
        </p:spPr>
      </p:pic>
      <p:sp>
        <p:nvSpPr>
          <p:cNvPr id="94" name="Text 78"/>
          <p:cNvSpPr/>
          <p:nvPr/>
        </p:nvSpPr>
        <p:spPr>
          <a:xfrm>
            <a:off x="6492240" y="267399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AI Advisory Output</a:t>
            </a:r>
            <a:endParaRPr lang="en-US" sz="750" dirty="0"/>
          </a:p>
        </p:txBody>
      </p:sp>
      <p:sp>
        <p:nvSpPr>
          <p:cNvPr id="95" name="Shape 79"/>
          <p:cNvSpPr/>
          <p:nvPr/>
        </p:nvSpPr>
        <p:spPr>
          <a:xfrm>
            <a:off x="6373368" y="3003174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80"/>
          <p:cNvSpPr/>
          <p:nvPr/>
        </p:nvSpPr>
        <p:spPr>
          <a:xfrm>
            <a:off x="6373368" y="3003174"/>
            <a:ext cx="36576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81"/>
          <p:cNvSpPr/>
          <p:nvPr/>
        </p:nvSpPr>
        <p:spPr>
          <a:xfrm>
            <a:off x="6510528" y="302146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000" dirty="0"/>
          </a:p>
        </p:txBody>
      </p:sp>
      <p:sp>
        <p:nvSpPr>
          <p:cNvPr id="98" name="Text 82"/>
          <p:cNvSpPr/>
          <p:nvPr/>
        </p:nvSpPr>
        <p:spPr>
          <a:xfrm>
            <a:off x="6510528" y="325006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99" name="Shape 83"/>
          <p:cNvSpPr/>
          <p:nvPr/>
        </p:nvSpPr>
        <p:spPr>
          <a:xfrm>
            <a:off x="7287768" y="305803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84"/>
          <p:cNvSpPr/>
          <p:nvPr/>
        </p:nvSpPr>
        <p:spPr>
          <a:xfrm>
            <a:off x="7287768" y="30580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</a:t>
            </a:r>
            <a:endParaRPr lang="en-US" sz="1100" dirty="0"/>
          </a:p>
        </p:txBody>
      </p:sp>
      <p:sp>
        <p:nvSpPr>
          <p:cNvPr id="101" name="Text 85"/>
          <p:cNvSpPr/>
          <p:nvPr/>
        </p:nvSpPr>
        <p:spPr>
          <a:xfrm>
            <a:off x="8110728" y="305803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02" name="Text 86"/>
          <p:cNvSpPr/>
          <p:nvPr/>
        </p:nvSpPr>
        <p:spPr>
          <a:xfrm>
            <a:off x="6373368" y="349695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550" dirty="0"/>
          </a:p>
        </p:txBody>
      </p:sp>
      <p:sp>
        <p:nvSpPr>
          <p:cNvPr id="103" name="Text 87"/>
          <p:cNvSpPr/>
          <p:nvPr/>
        </p:nvSpPr>
        <p:spPr>
          <a:xfrm>
            <a:off x="7242048" y="3496950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Core1 (Core)</a:t>
            </a:r>
            <a:endParaRPr lang="en-US" sz="550" dirty="0"/>
          </a:p>
        </p:txBody>
      </p:sp>
      <p:sp>
        <p:nvSpPr>
          <p:cNvPr id="104" name="Text 88"/>
          <p:cNvSpPr/>
          <p:nvPr/>
        </p:nvSpPr>
        <p:spPr>
          <a:xfrm>
            <a:off x="6373368" y="362496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Type:</a:t>
            </a:r>
            <a:endParaRPr lang="en-US" sz="550" dirty="0"/>
          </a:p>
        </p:txBody>
      </p:sp>
      <p:sp>
        <p:nvSpPr>
          <p:cNvPr id="105" name="Text 89"/>
          <p:cNvSpPr/>
          <p:nvPr/>
        </p:nvSpPr>
        <p:spPr>
          <a:xfrm>
            <a:off x="7242048" y="3624966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BGP_CHANGE</a:t>
            </a:r>
            <a:endParaRPr lang="en-US" sz="550" dirty="0"/>
          </a:p>
        </p:txBody>
      </p:sp>
      <p:sp>
        <p:nvSpPr>
          <p:cNvPr id="106" name="Text 90"/>
          <p:cNvSpPr/>
          <p:nvPr/>
        </p:nvSpPr>
        <p:spPr>
          <a:xfrm>
            <a:off x="6373368" y="375298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Load:</a:t>
            </a:r>
            <a:endParaRPr lang="en-US" sz="550" dirty="0"/>
          </a:p>
        </p:txBody>
      </p:sp>
      <p:sp>
        <p:nvSpPr>
          <p:cNvPr id="107" name="Text 91"/>
          <p:cNvSpPr/>
          <p:nvPr/>
        </p:nvSpPr>
        <p:spPr>
          <a:xfrm>
            <a:off x="7242048" y="375298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(Non-Peak)</a:t>
            </a:r>
            <a:endParaRPr lang="en-US" sz="550" dirty="0"/>
          </a:p>
        </p:txBody>
      </p:sp>
      <p:sp>
        <p:nvSpPr>
          <p:cNvPr id="108" name="Text 92"/>
          <p:cNvSpPr/>
          <p:nvPr/>
        </p:nvSpPr>
        <p:spPr>
          <a:xfrm>
            <a:off x="6373368" y="388099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550" dirty="0"/>
          </a:p>
        </p:txBody>
      </p:sp>
      <p:sp>
        <p:nvSpPr>
          <p:cNvPr id="109" name="Text 93"/>
          <p:cNvSpPr/>
          <p:nvPr/>
        </p:nvSpPr>
        <p:spPr>
          <a:xfrm>
            <a:off x="7242048" y="3880998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 + maintenance window</a:t>
            </a:r>
            <a:endParaRPr lang="en-US" sz="550" dirty="0"/>
          </a:p>
        </p:txBody>
      </p:sp>
      <p:sp>
        <p:nvSpPr>
          <p:cNvPr id="110" name="Text 94"/>
          <p:cNvSpPr/>
          <p:nvPr/>
        </p:nvSpPr>
        <p:spPr>
          <a:xfrm>
            <a:off x="6373368" y="400901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550" dirty="0"/>
          </a:p>
        </p:txBody>
      </p:sp>
      <p:sp>
        <p:nvSpPr>
          <p:cNvPr id="111" name="Text 95"/>
          <p:cNvSpPr/>
          <p:nvPr/>
        </p:nvSpPr>
        <p:spPr>
          <a:xfrm>
            <a:off x="7242048" y="4009014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E293B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→ Human-in-the-Loop approval</a:t>
            </a:r>
            <a:endParaRPr lang="en-US" sz="550" b="1" dirty="0">
              <a:highlight>
                <a:srgbClr val="00FF00"/>
              </a:highlight>
            </a:endParaRPr>
          </a:p>
        </p:txBody>
      </p:sp>
      <p:sp>
        <p:nvSpPr>
          <p:cNvPr id="112" name="Shape 96"/>
          <p:cNvSpPr/>
          <p:nvPr/>
        </p:nvSpPr>
        <p:spPr>
          <a:xfrm>
            <a:off x="182880" y="42779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11"/>
          <p:cNvSpPr/>
          <p:nvPr/>
        </p:nvSpPr>
        <p:spPr>
          <a:xfrm>
            <a:off x="182880" y="4828032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Streamlit UI  •  scikit-learn  •  XGBoost  •  NetworkX  •  SHAP  •  Pandas  •  Matplotlib  •  OpenAI LLM Agent</a:t>
            </a:r>
            <a:endParaRPr lang="en-US" sz="600" dirty="0"/>
          </a:p>
        </p:txBody>
      </p:sp>
      <p:sp>
        <p:nvSpPr>
          <p:cNvPr id="129" name="Text 112"/>
          <p:cNvSpPr/>
          <p:nvPr/>
        </p:nvSpPr>
        <p:spPr>
          <a:xfrm>
            <a:off x="182880" y="4974336"/>
            <a:ext cx="8778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Data: 10 devices  •  11 topology links  •  20 services  •  200 training samples  •  8 device configs (.cfg + .csv)  •  3 proposed change files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29D8D-DD97-3CD1-5C70-54BC4B78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322"/>
            <a:ext cx="8627165" cy="5127720"/>
          </a:xfrm>
          <a:prstGeom prst="rect">
            <a:avLst/>
          </a:prstGeom>
        </p:spPr>
      </p:pic>
      <p:sp>
        <p:nvSpPr>
          <p:cNvPr id="4" name="Text 53">
            <a:extLst>
              <a:ext uri="{FF2B5EF4-FFF2-40B4-BE49-F238E27FC236}">
                <a16:creationId xmlns:a16="http://schemas.microsoft.com/office/drawing/2014/main" id="{75C0845A-06F9-2757-585D-2FC3DAAC4639}"/>
              </a:ext>
            </a:extLst>
          </p:cNvPr>
          <p:cNvSpPr/>
          <p:nvPr/>
        </p:nvSpPr>
        <p:spPr>
          <a:xfrm>
            <a:off x="91440" y="72225"/>
            <a:ext cx="2207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Actual demo slide 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15054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3">
            <a:extLst>
              <a:ext uri="{FF2B5EF4-FFF2-40B4-BE49-F238E27FC236}">
                <a16:creationId xmlns:a16="http://schemas.microsoft.com/office/drawing/2014/main" id="{178CEF0A-BA18-5EA2-684B-2EEBE5720D09}"/>
              </a:ext>
            </a:extLst>
          </p:cNvPr>
          <p:cNvSpPr/>
          <p:nvPr/>
        </p:nvSpPr>
        <p:spPr>
          <a:xfrm>
            <a:off x="91440" y="72225"/>
            <a:ext cx="2207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Actual demo slide 2</a:t>
            </a:r>
            <a:endParaRPr lang="en-US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2BD90-4C92-82C1-BE98-9DDDCAC19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622"/>
            <a:ext cx="9144000" cy="471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5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23296-412D-F7DB-CEE0-984EF42D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3">
            <a:extLst>
              <a:ext uri="{FF2B5EF4-FFF2-40B4-BE49-F238E27FC236}">
                <a16:creationId xmlns:a16="http://schemas.microsoft.com/office/drawing/2014/main" id="{A61E221E-6AF5-861B-6E4B-3B9C7205A457}"/>
              </a:ext>
            </a:extLst>
          </p:cNvPr>
          <p:cNvSpPr/>
          <p:nvPr/>
        </p:nvSpPr>
        <p:spPr>
          <a:xfrm>
            <a:off x="91440" y="72225"/>
            <a:ext cx="2207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Actual demo slide 3</a:t>
            </a:r>
            <a:endParaRPr lang="en-US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0C742-44D7-6BA7-CDEE-39E45CEB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273"/>
            <a:ext cx="9144000" cy="44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0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5EAE-BE61-2B6F-29B7-6A42C026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3">
            <a:extLst>
              <a:ext uri="{FF2B5EF4-FFF2-40B4-BE49-F238E27FC236}">
                <a16:creationId xmlns:a16="http://schemas.microsoft.com/office/drawing/2014/main" id="{85F3C7E3-FBCC-87C6-9344-3EB3CBD430CA}"/>
              </a:ext>
            </a:extLst>
          </p:cNvPr>
          <p:cNvSpPr/>
          <p:nvPr/>
        </p:nvSpPr>
        <p:spPr>
          <a:xfrm>
            <a:off x="91440" y="72225"/>
            <a:ext cx="2207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Actual demo slide 3</a:t>
            </a:r>
            <a:endParaRPr lang="en-US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F2471-2293-2546-FD99-E8370374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" y="547228"/>
            <a:ext cx="7975153" cy="459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5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3">
            <a:extLst>
              <a:ext uri="{FF2B5EF4-FFF2-40B4-BE49-F238E27FC236}">
                <a16:creationId xmlns:a16="http://schemas.microsoft.com/office/drawing/2014/main" id="{A8213142-3C83-FDB2-7738-A7BB0CE95D13}"/>
              </a:ext>
            </a:extLst>
          </p:cNvPr>
          <p:cNvSpPr/>
          <p:nvPr/>
        </p:nvSpPr>
        <p:spPr>
          <a:xfrm>
            <a:off x="91440" y="72225"/>
            <a:ext cx="2207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Actual demo slide 4</a:t>
            </a:r>
            <a:endParaRPr lang="en-US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4235B-16D8-81F6-936B-17A5C316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999"/>
            <a:ext cx="9144000" cy="327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30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ab56b7-6ec4-4073-8d92-ac7cc2e7a5df}" enabled="1" method="Privileged" siteId="{49dfc6a3-5fb7-49f4-adea-c54e725bb8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638</Words>
  <Application>Microsoft Office PowerPoint</Application>
  <PresentationFormat>On-screen Show (16:9)</PresentationFormat>
  <Paragraphs>150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Network Change Safety Guardian</dc:title>
  <dc:subject>PptxGenJS Presentation</dc:subject>
  <dc:creator>BlastGuard-AI Team</dc:creator>
  <cp:lastModifiedBy>Alpit Chandrakant Tare</cp:lastModifiedBy>
  <cp:revision>3</cp:revision>
  <dcterms:created xsi:type="dcterms:W3CDTF">2026-03-26T10:08:43Z</dcterms:created>
  <dcterms:modified xsi:type="dcterms:W3CDTF">2026-03-26T13:31:14Z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General</vt:lpwstr>
  </property>
</Properties>
</file>