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568BD5-8DB4-4A15-BF72-40A45C48FD6B}" v="2" dt="2026-03-26T14:19:36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pit Chandrakant Tare" userId="5ccf42ac-2610-43ff-9142-ddeb64b5806e" providerId="ADAL" clId="{B03404D7-F2F0-4E71-9804-A8BF456B4B0B}"/>
    <pc:docChg chg="undo custSel mod modSld modMainMaster">
      <pc:chgData name="Alpit Chandrakant Tare" userId="5ccf42ac-2610-43ff-9142-ddeb64b5806e" providerId="ADAL" clId="{B03404D7-F2F0-4E71-9804-A8BF456B4B0B}" dt="2026-03-26T14:48:49.431" v="44" actId="1035"/>
      <pc:docMkLst>
        <pc:docMk/>
      </pc:docMkLst>
      <pc:sldChg chg="addSp delSp modSp mod">
        <pc:chgData name="Alpit Chandrakant Tare" userId="5ccf42ac-2610-43ff-9142-ddeb64b5806e" providerId="ADAL" clId="{B03404D7-F2F0-4E71-9804-A8BF456B4B0B}" dt="2026-03-26T14:21:35.251" v="35" actId="1076"/>
        <pc:sldMkLst>
          <pc:docMk/>
          <pc:sldMk cId="0" sldId="256"/>
        </pc:sldMkLst>
        <pc:spChg chg="del">
          <ac:chgData name="Alpit Chandrakant Tare" userId="5ccf42ac-2610-43ff-9142-ddeb64b5806e" providerId="ADAL" clId="{B03404D7-F2F0-4E71-9804-A8BF456B4B0B}" dt="2026-03-26T14:03:25.965" v="18" actId="478"/>
          <ac:spMkLst>
            <pc:docMk/>
            <pc:sldMk cId="0" sldId="256"/>
            <ac:spMk id="39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03:18.202" v="17" actId="1076"/>
          <ac:spMkLst>
            <pc:docMk/>
            <pc:sldMk cId="0" sldId="256"/>
            <ac:spMk id="44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4:02:53.445" v="12" actId="478"/>
          <ac:spMkLst>
            <pc:docMk/>
            <pc:sldMk cId="0" sldId="256"/>
            <ac:spMk id="45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4:00:38.626" v="6" actId="478"/>
          <ac:spMkLst>
            <pc:docMk/>
            <pc:sldMk cId="0" sldId="256"/>
            <ac:spMk id="50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02:57.906" v="13" actId="1076"/>
          <ac:spMkLst>
            <pc:docMk/>
            <pc:sldMk cId="0" sldId="256"/>
            <ac:spMk id="51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4:00:34.641" v="5" actId="478"/>
          <ac:spMkLst>
            <pc:docMk/>
            <pc:sldMk cId="0" sldId="256"/>
            <ac:spMk id="56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03:08.006" v="15" actId="20577"/>
          <ac:spMkLst>
            <pc:docMk/>
            <pc:sldMk cId="0" sldId="256"/>
            <ac:spMk id="57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4:00:28.961" v="4" actId="478"/>
          <ac:spMkLst>
            <pc:docMk/>
            <pc:sldMk cId="0" sldId="256"/>
            <ac:spMk id="62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03:13.955" v="16" actId="1076"/>
          <ac:spMkLst>
            <pc:docMk/>
            <pc:sldMk cId="0" sldId="256"/>
            <ac:spMk id="63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21:18.178" v="34" actId="1076"/>
          <ac:spMkLst>
            <pc:docMk/>
            <pc:sldMk cId="0" sldId="256"/>
            <ac:spMk id="84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21:35.251" v="35" actId="1076"/>
          <ac:spMkLst>
            <pc:docMk/>
            <pc:sldMk cId="0" sldId="256"/>
            <ac:spMk id="86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21:35.251" v="35" actId="1076"/>
          <ac:spMkLst>
            <pc:docMk/>
            <pc:sldMk cId="0" sldId="256"/>
            <ac:spMk id="88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21:35.251" v="35" actId="1076"/>
          <ac:spMkLst>
            <pc:docMk/>
            <pc:sldMk cId="0" sldId="256"/>
            <ac:spMk id="89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21:35.251" v="35" actId="1076"/>
          <ac:spMkLst>
            <pc:docMk/>
            <pc:sldMk cId="0" sldId="256"/>
            <ac:spMk id="90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21:35.251" v="35" actId="1076"/>
          <ac:spMkLst>
            <pc:docMk/>
            <pc:sldMk cId="0" sldId="256"/>
            <ac:spMk id="91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21:35.251" v="35" actId="1076"/>
          <ac:spMkLst>
            <pc:docMk/>
            <pc:sldMk cId="0" sldId="256"/>
            <ac:spMk id="92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21:35.251" v="35" actId="1076"/>
          <ac:spMkLst>
            <pc:docMk/>
            <pc:sldMk cId="0" sldId="256"/>
            <ac:spMk id="93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21:35.251" v="35" actId="1076"/>
          <ac:spMkLst>
            <pc:docMk/>
            <pc:sldMk cId="0" sldId="256"/>
            <ac:spMk id="95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21:35.251" v="35" actId="1076"/>
          <ac:spMkLst>
            <pc:docMk/>
            <pc:sldMk cId="0" sldId="256"/>
            <ac:spMk id="96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21:35.251" v="35" actId="1076"/>
          <ac:spMkLst>
            <pc:docMk/>
            <pc:sldMk cId="0" sldId="256"/>
            <ac:spMk id="98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3:59:41.366" v="2" actId="478"/>
          <ac:spMkLst>
            <pc:docMk/>
            <pc:sldMk cId="0" sldId="256"/>
            <ac:spMk id="99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3:59:41.366" v="2" actId="478"/>
          <ac:spMkLst>
            <pc:docMk/>
            <pc:sldMk cId="0" sldId="256"/>
            <ac:spMk id="100" creationId="{00000000-0000-0000-0000-000000000000}"/>
          </ac:spMkLst>
        </pc:spChg>
        <pc:spChg chg="add mod">
          <ac:chgData name="Alpit Chandrakant Tare" userId="5ccf42ac-2610-43ff-9142-ddeb64b5806e" providerId="ADAL" clId="{B03404D7-F2F0-4E71-9804-A8BF456B4B0B}" dt="2026-03-26T13:59:49.964" v="3"/>
          <ac:spMkLst>
            <pc:docMk/>
            <pc:sldMk cId="0" sldId="256"/>
            <ac:spMk id="101" creationId="{8F119C65-5DE6-81F4-BA2F-8F2A77D48A51}"/>
          </ac:spMkLst>
        </pc:spChg>
        <pc:spChg chg="add mod">
          <ac:chgData name="Alpit Chandrakant Tare" userId="5ccf42ac-2610-43ff-9142-ddeb64b5806e" providerId="ADAL" clId="{B03404D7-F2F0-4E71-9804-A8BF456B4B0B}" dt="2026-03-26T13:59:49.964" v="3"/>
          <ac:spMkLst>
            <pc:docMk/>
            <pc:sldMk cId="0" sldId="256"/>
            <ac:spMk id="102" creationId="{7620521F-0E62-EFE5-8EDB-0106113CE27B}"/>
          </ac:spMkLst>
        </pc:spChg>
        <pc:spChg chg="add mod">
          <ac:chgData name="Alpit Chandrakant Tare" userId="5ccf42ac-2610-43ff-9142-ddeb64b5806e" providerId="ADAL" clId="{B03404D7-F2F0-4E71-9804-A8BF456B4B0B}" dt="2026-03-26T13:59:49.964" v="3"/>
          <ac:spMkLst>
            <pc:docMk/>
            <pc:sldMk cId="0" sldId="256"/>
            <ac:spMk id="103" creationId="{201C6D50-0F35-3125-0406-F0D3FAC21145}"/>
          </ac:spMkLst>
        </pc:spChg>
      </pc:sldChg>
      <pc:sldChg chg="addSp delSp modSp mod">
        <pc:chgData name="Alpit Chandrakant Tare" userId="5ccf42ac-2610-43ff-9142-ddeb64b5806e" providerId="ADAL" clId="{B03404D7-F2F0-4E71-9804-A8BF456B4B0B}" dt="2026-03-26T14:48:49.431" v="44" actId="1035"/>
        <pc:sldMkLst>
          <pc:docMk/>
          <pc:sldMk cId="0" sldId="257"/>
        </pc:sldMkLst>
        <pc:spChg chg="del">
          <ac:chgData name="Alpit Chandrakant Tare" userId="5ccf42ac-2610-43ff-9142-ddeb64b5806e" providerId="ADAL" clId="{B03404D7-F2F0-4E71-9804-A8BF456B4B0B}" dt="2026-03-26T14:19:35.178" v="19" actId="478"/>
          <ac:spMkLst>
            <pc:docMk/>
            <pc:sldMk cId="0" sldId="257"/>
            <ac:spMk id="32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4:19:35.178" v="19" actId="478"/>
          <ac:spMkLst>
            <pc:docMk/>
            <pc:sldMk cId="0" sldId="257"/>
            <ac:spMk id="33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4:19:35.178" v="19" actId="478"/>
          <ac:spMkLst>
            <pc:docMk/>
            <pc:sldMk cId="0" sldId="257"/>
            <ac:spMk id="35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4:19:35.178" v="19" actId="478"/>
          <ac:spMkLst>
            <pc:docMk/>
            <pc:sldMk cId="0" sldId="257"/>
            <ac:spMk id="37" creationId="{00000000-0000-0000-0000-000000000000}"/>
          </ac:spMkLst>
        </pc:spChg>
        <pc:spChg chg="del">
          <ac:chgData name="Alpit Chandrakant Tare" userId="5ccf42ac-2610-43ff-9142-ddeb64b5806e" providerId="ADAL" clId="{B03404D7-F2F0-4E71-9804-A8BF456B4B0B}" dt="2026-03-26T14:19:35.178" v="19" actId="478"/>
          <ac:spMkLst>
            <pc:docMk/>
            <pc:sldMk cId="0" sldId="257"/>
            <ac:spMk id="38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01:18.845" v="11" actId="1076"/>
          <ac:spMkLst>
            <pc:docMk/>
            <pc:sldMk cId="0" sldId="257"/>
            <ac:spMk id="40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01:18.845" v="11" actId="1076"/>
          <ac:spMkLst>
            <pc:docMk/>
            <pc:sldMk cId="0" sldId="257"/>
            <ac:spMk id="41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01:18.845" v="11" actId="1076"/>
          <ac:spMkLst>
            <pc:docMk/>
            <pc:sldMk cId="0" sldId="257"/>
            <ac:spMk id="52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01:18.845" v="11" actId="1076"/>
          <ac:spMkLst>
            <pc:docMk/>
            <pc:sldMk cId="0" sldId="257"/>
            <ac:spMk id="53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01:10.639" v="10" actId="1076"/>
          <ac:spMkLst>
            <pc:docMk/>
            <pc:sldMk cId="0" sldId="257"/>
            <ac:spMk id="56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01:18.845" v="11" actId="1076"/>
          <ac:spMkLst>
            <pc:docMk/>
            <pc:sldMk cId="0" sldId="257"/>
            <ac:spMk id="74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01:18.845" v="11" actId="1076"/>
          <ac:spMkLst>
            <pc:docMk/>
            <pc:sldMk cId="0" sldId="257"/>
            <ac:spMk id="90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01:18.845" v="11" actId="1076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01:18.845" v="11" actId="1076"/>
          <ac:spMkLst>
            <pc:docMk/>
            <pc:sldMk cId="0" sldId="257"/>
            <ac:spMk id="105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01:18.845" v="11" actId="1076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01:18.845" v="11" actId="1076"/>
          <ac:spMkLst>
            <pc:docMk/>
            <pc:sldMk cId="0" sldId="257"/>
            <ac:spMk id="125" creationId="{00000000-0000-0000-0000-000000000000}"/>
          </ac:spMkLst>
        </pc:spChg>
        <pc:spChg chg="mod">
          <ac:chgData name="Alpit Chandrakant Tare" userId="5ccf42ac-2610-43ff-9142-ddeb64b5806e" providerId="ADAL" clId="{B03404D7-F2F0-4E71-9804-A8BF456B4B0B}" dt="2026-03-26T14:01:10.639" v="10" actId="1076"/>
          <ac:spMkLst>
            <pc:docMk/>
            <pc:sldMk cId="0" sldId="257"/>
            <ac:spMk id="128" creationId="{00000000-0000-0000-0000-000000000000}"/>
          </ac:spMkLst>
        </pc:spChg>
        <pc:spChg chg="add mod">
          <ac:chgData name="Alpit Chandrakant Tare" userId="5ccf42ac-2610-43ff-9142-ddeb64b5806e" providerId="ADAL" clId="{B03404D7-F2F0-4E71-9804-A8BF456B4B0B}" dt="2026-03-26T14:19:36.144" v="20"/>
          <ac:spMkLst>
            <pc:docMk/>
            <pc:sldMk cId="0" sldId="257"/>
            <ac:spMk id="134" creationId="{88C94A8B-E72C-4C29-7AE9-8E489E3A1BC5}"/>
          </ac:spMkLst>
        </pc:spChg>
        <pc:spChg chg="add mod">
          <ac:chgData name="Alpit Chandrakant Tare" userId="5ccf42ac-2610-43ff-9142-ddeb64b5806e" providerId="ADAL" clId="{B03404D7-F2F0-4E71-9804-A8BF456B4B0B}" dt="2026-03-26T14:19:36.144" v="20"/>
          <ac:spMkLst>
            <pc:docMk/>
            <pc:sldMk cId="0" sldId="257"/>
            <ac:spMk id="135" creationId="{9A2B11D7-3F37-070E-1C49-02B0E1E319C3}"/>
          </ac:spMkLst>
        </pc:spChg>
        <pc:spChg chg="add mod">
          <ac:chgData name="Alpit Chandrakant Tare" userId="5ccf42ac-2610-43ff-9142-ddeb64b5806e" providerId="ADAL" clId="{B03404D7-F2F0-4E71-9804-A8BF456B4B0B}" dt="2026-03-26T14:19:36.144" v="20"/>
          <ac:spMkLst>
            <pc:docMk/>
            <pc:sldMk cId="0" sldId="257"/>
            <ac:spMk id="137" creationId="{36010E81-0C11-06E9-8768-35C2A45EB094}"/>
          </ac:spMkLst>
        </pc:spChg>
        <pc:spChg chg="add mod">
          <ac:chgData name="Alpit Chandrakant Tare" userId="5ccf42ac-2610-43ff-9142-ddeb64b5806e" providerId="ADAL" clId="{B03404D7-F2F0-4E71-9804-A8BF456B4B0B}" dt="2026-03-26T14:20:04.834" v="31" actId="1076"/>
          <ac:spMkLst>
            <pc:docMk/>
            <pc:sldMk cId="0" sldId="257"/>
            <ac:spMk id="139" creationId="{2F8C3002-CC1B-7DD8-EF09-1BE921E55AC8}"/>
          </ac:spMkLst>
        </pc:spChg>
        <pc:spChg chg="add mod">
          <ac:chgData name="Alpit Chandrakant Tare" userId="5ccf42ac-2610-43ff-9142-ddeb64b5806e" providerId="ADAL" clId="{B03404D7-F2F0-4E71-9804-A8BF456B4B0B}" dt="2026-03-26T14:20:09.762" v="32" actId="1076"/>
          <ac:spMkLst>
            <pc:docMk/>
            <pc:sldMk cId="0" sldId="257"/>
            <ac:spMk id="140" creationId="{C1F68AED-3E84-EF5A-7BA3-99193C22AF13}"/>
          </ac:spMkLst>
        </pc:spChg>
        <pc:graphicFrameChg chg="mod">
          <ac:chgData name="Alpit Chandrakant Tare" userId="5ccf42ac-2610-43ff-9142-ddeb64b5806e" providerId="ADAL" clId="{B03404D7-F2F0-4E71-9804-A8BF456B4B0B}" dt="2026-03-26T14:48:49.431" v="44" actId="1035"/>
          <ac:graphicFrameMkLst>
            <pc:docMk/>
            <pc:sldMk cId="0" sldId="257"/>
            <ac:graphicFrameMk id="30" creationId="{00000000-0000-0000-0000-000000000000}"/>
          </ac:graphicFrameMkLst>
        </pc:graphicFrameChg>
        <pc:graphicFrameChg chg="del">
          <ac:chgData name="Alpit Chandrakant Tare" userId="5ccf42ac-2610-43ff-9142-ddeb64b5806e" providerId="ADAL" clId="{B03404D7-F2F0-4E71-9804-A8BF456B4B0B}" dt="2026-03-26T14:19:35.178" v="19" actId="478"/>
          <ac:graphicFrameMkLst>
            <pc:docMk/>
            <pc:sldMk cId="0" sldId="257"/>
            <ac:graphicFrameMk id="36" creationId="{00000000-0000-0000-0000-000000000000}"/>
          </ac:graphicFrameMkLst>
        </pc:graphicFrameChg>
        <pc:graphicFrameChg chg="add mod modGraphic">
          <ac:chgData name="Alpit Chandrakant Tare" userId="5ccf42ac-2610-43ff-9142-ddeb64b5806e" providerId="ADAL" clId="{B03404D7-F2F0-4E71-9804-A8BF456B4B0B}" dt="2026-03-26T14:24:17.483" v="40" actId="20577"/>
          <ac:graphicFrameMkLst>
            <pc:docMk/>
            <pc:sldMk cId="0" sldId="257"/>
            <ac:graphicFrameMk id="138" creationId="{D0EE248D-70AB-5DCF-8F4B-F01F68A72E8D}"/>
          </ac:graphicFrameMkLst>
        </pc:graphicFrameChg>
        <pc:picChg chg="del">
          <ac:chgData name="Alpit Chandrakant Tare" userId="5ccf42ac-2610-43ff-9142-ddeb64b5806e" providerId="ADAL" clId="{B03404D7-F2F0-4E71-9804-A8BF456B4B0B}" dt="2026-03-26T14:19:35.178" v="19" actId="478"/>
          <ac:picMkLst>
            <pc:docMk/>
            <pc:sldMk cId="0" sldId="257"/>
            <ac:picMk id="34" creationId="{00000000-0000-0000-0000-000000000000}"/>
          </ac:picMkLst>
        </pc:picChg>
        <pc:picChg chg="add mod">
          <ac:chgData name="Alpit Chandrakant Tare" userId="5ccf42ac-2610-43ff-9142-ddeb64b5806e" providerId="ADAL" clId="{B03404D7-F2F0-4E71-9804-A8BF456B4B0B}" dt="2026-03-26T14:19:36.144" v="20"/>
          <ac:picMkLst>
            <pc:docMk/>
            <pc:sldMk cId="0" sldId="257"/>
            <ac:picMk id="136" creationId="{342B25ED-9F19-1ED9-4BC9-0553A2B7723B}"/>
          </ac:picMkLst>
        </pc:picChg>
      </pc:sldChg>
      <pc:sldMasterChg chg="addSp mod">
        <pc:chgData name="Alpit Chandrakant Tare" userId="5ccf42ac-2610-43ff-9142-ddeb64b5806e" providerId="ADAL" clId="{B03404D7-F2F0-4E71-9804-A8BF456B4B0B}" dt="2026-03-26T13:59:17.308" v="0" actId="33475"/>
        <pc:sldMasterMkLst>
          <pc:docMk/>
          <pc:sldMasterMk cId="0" sldId="2147483648"/>
        </pc:sldMasterMkLst>
        <pc:spChg chg="add">
          <ac:chgData name="Alpit Chandrakant Tare" userId="5ccf42ac-2610-43ff-9142-ddeb64b5806e" providerId="ADAL" clId="{B03404D7-F2F0-4E71-9804-A8BF456B4B0B}" dt="2026-03-26T13:59:17.308" v="0" actId="33475"/>
          <ac:spMkLst>
            <pc:docMk/>
            <pc:sldMasterMk cId="0" sldId="2147483648"/>
            <ac:spMk id="3" creationId="{FADA8872-741D-BAE3-14DE-363CB2AE77E8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2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DA8872-741D-BAE3-14DE-363CB2AE77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52925" y="4927600"/>
            <a:ext cx="463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4.png"/><Relationship Id="rId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200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37160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3716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HACKATHON 2026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691640" y="731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Network Change Safety Guardian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3474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Pre-Deployment Risk Assessment  •  Production-Grade System</a:t>
            </a:r>
            <a:endParaRPr lang="en-US" sz="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37160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54112" y="1097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BlastGuard-AI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54112" y="3291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System</a:t>
            </a:r>
            <a:endParaRPr lang="en-US" sz="5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" y="795528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040" y="1069848"/>
            <a:ext cx="2743200" cy="3090672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20040" y="1069848"/>
            <a:ext cx="36576" cy="30906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66344" y="122529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12648" y="119786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&amp; Complex Changes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12648" y="13624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BGP, OSPF etc. changes across multi-vendor network environments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466344" y="195681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12648" y="192938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Static Checks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612648" y="209397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rely on human expertise and "stare-and-compare" review methods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466344" y="268833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12648" y="266090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Blast Radius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12648" y="282549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predict how a config change propagates through the topology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466344" y="3419856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12648" y="3392424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Failures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612648" y="355701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error can take down critical business services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3246120" y="7772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886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291840" y="1069848"/>
            <a:ext cx="2560320" cy="3090672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3520440" y="1143000"/>
            <a:ext cx="2103120" cy="420624"/>
          </a:xfrm>
          <a:prstGeom prst="rect">
            <a:avLst/>
          </a:prstGeom>
          <a:solidFill>
            <a:srgbClr val="3B82F6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1188720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831336" y="1161288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 Layer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3831336" y="1289304"/>
            <a:ext cx="1719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cisco_config.py  •  topology.py</a:t>
            </a:r>
            <a:endParaRPr lang="en-US" sz="500" dirty="0"/>
          </a:p>
        </p:txBody>
      </p:sp>
      <p:sp>
        <p:nvSpPr>
          <p:cNvPr id="33" name="Text 28"/>
          <p:cNvSpPr/>
          <p:nvPr/>
        </p:nvSpPr>
        <p:spPr>
          <a:xfrm>
            <a:off x="3831336" y="1399032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NX-OS  •  Catalyst IOS  •  Regex CLI Parsing</a:t>
            </a:r>
            <a:endParaRPr lang="en-US" sz="5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1565453"/>
            <a:ext cx="109728" cy="64008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3520440" y="1627632"/>
            <a:ext cx="2103120" cy="420624"/>
          </a:xfrm>
          <a:prstGeom prst="rect">
            <a:avLst/>
          </a:prstGeom>
          <a:solidFill>
            <a:srgbClr val="2563EB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93592" y="1673352"/>
            <a:ext cx="182880" cy="1828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831336" y="1645920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Analysis Engine</a:t>
            </a:r>
            <a:endParaRPr lang="en-US" sz="750" dirty="0"/>
          </a:p>
        </p:txBody>
      </p:sp>
      <p:sp>
        <p:nvSpPr>
          <p:cNvPr id="38" name="Text 31"/>
          <p:cNvSpPr/>
          <p:nvPr/>
        </p:nvSpPr>
        <p:spPr>
          <a:xfrm>
            <a:off x="3831336" y="1773936"/>
            <a:ext cx="1719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CiscoConfigParser  •  Diff Engine</a:t>
            </a:r>
            <a:endParaRPr lang="en-US" sz="5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2050085"/>
            <a:ext cx="109728" cy="64008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3520440" y="2112264"/>
            <a:ext cx="2103120" cy="420624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93592" y="2157984"/>
            <a:ext cx="182880" cy="18288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3831336" y="2130552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Graph Analytics</a:t>
            </a:r>
            <a:endParaRPr lang="en-US" sz="750" dirty="0"/>
          </a:p>
        </p:txBody>
      </p:sp>
      <p:sp>
        <p:nvSpPr>
          <p:cNvPr id="44" name="Text 35"/>
          <p:cNvSpPr/>
          <p:nvPr/>
        </p:nvSpPr>
        <p:spPr>
          <a:xfrm>
            <a:off x="3758184" y="2258568"/>
            <a:ext cx="17190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 Centrality Algorithms</a:t>
            </a:r>
            <a:endParaRPr lang="en-US" sz="50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2534717"/>
            <a:ext cx="109728" cy="64008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3520440" y="2596896"/>
            <a:ext cx="2103120" cy="420624"/>
          </a:xfrm>
          <a:prstGeom prst="rect">
            <a:avLst/>
          </a:prstGeom>
          <a:solidFill>
            <a:srgbClr val="059669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93592" y="2642616"/>
            <a:ext cx="182880" cy="18288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3831336" y="2615184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 Scoring</a:t>
            </a:r>
            <a:endParaRPr lang="en-US" sz="750" dirty="0"/>
          </a:p>
        </p:txBody>
      </p:sp>
      <p:sp>
        <p:nvSpPr>
          <p:cNvPr id="51" name="Text 40"/>
          <p:cNvSpPr/>
          <p:nvPr/>
        </p:nvSpPr>
        <p:spPr>
          <a:xfrm>
            <a:off x="3831336" y="2743200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best auto-selected from 7 ML models</a:t>
            </a:r>
            <a:endParaRPr lang="en-US" sz="500" dirty="0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3019349"/>
            <a:ext cx="109728" cy="64008"/>
          </a:xfrm>
          <a:prstGeom prst="rect">
            <a:avLst/>
          </a:prstGeom>
        </p:spPr>
      </p:pic>
      <p:sp>
        <p:nvSpPr>
          <p:cNvPr id="53" name="Shape 41"/>
          <p:cNvSpPr/>
          <p:nvPr/>
        </p:nvSpPr>
        <p:spPr>
          <a:xfrm>
            <a:off x="3520440" y="3081528"/>
            <a:ext cx="2103120" cy="420624"/>
          </a:xfrm>
          <a:prstGeom prst="rect">
            <a:avLst/>
          </a:prstGeom>
          <a:solidFill>
            <a:srgbClr val="B8860B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4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93592" y="3127248"/>
            <a:ext cx="182880" cy="182880"/>
          </a:xfrm>
          <a:prstGeom prst="rect">
            <a:avLst/>
          </a:prstGeom>
        </p:spPr>
      </p:pic>
      <p:sp>
        <p:nvSpPr>
          <p:cNvPr id="55" name="Text 42"/>
          <p:cNvSpPr/>
          <p:nvPr/>
        </p:nvSpPr>
        <p:spPr>
          <a:xfrm>
            <a:off x="3831336" y="3099816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+ RAG</a:t>
            </a:r>
            <a:endParaRPr lang="en-US" sz="750" dirty="0"/>
          </a:p>
        </p:txBody>
      </p:sp>
      <p:sp>
        <p:nvSpPr>
          <p:cNvPr id="57" name="Text 44"/>
          <p:cNvSpPr/>
          <p:nvPr/>
        </p:nvSpPr>
        <p:spPr>
          <a:xfrm>
            <a:off x="3831336" y="321868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LLM Explanations  •  SHAP Reasoning</a:t>
            </a:r>
            <a:endParaRPr lang="en-US" sz="500" dirty="0"/>
          </a:p>
        </p:txBody>
      </p:sp>
      <p:pic>
        <p:nvPicPr>
          <p:cNvPr id="58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3503981"/>
            <a:ext cx="109728" cy="64008"/>
          </a:xfrm>
          <a:prstGeom prst="rect">
            <a:avLst/>
          </a:prstGeom>
        </p:spPr>
      </p:pic>
      <p:sp>
        <p:nvSpPr>
          <p:cNvPr id="59" name="Shape 45"/>
          <p:cNvSpPr/>
          <p:nvPr/>
        </p:nvSpPr>
        <p:spPr>
          <a:xfrm>
            <a:off x="3520440" y="3566160"/>
            <a:ext cx="2103120" cy="420624"/>
          </a:xfrm>
          <a:prstGeom prst="rect">
            <a:avLst/>
          </a:prstGeom>
          <a:solidFill>
            <a:srgbClr val="16A34A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0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93592" y="3611880"/>
            <a:ext cx="182880" cy="182880"/>
          </a:xfrm>
          <a:prstGeom prst="rect">
            <a:avLst/>
          </a:prstGeom>
        </p:spPr>
      </p:pic>
      <p:sp>
        <p:nvSpPr>
          <p:cNvPr id="61" name="Text 46"/>
          <p:cNvSpPr/>
          <p:nvPr/>
        </p:nvSpPr>
        <p:spPr>
          <a:xfrm>
            <a:off x="3831336" y="3584448"/>
            <a:ext cx="17190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Advisory Output</a:t>
            </a:r>
            <a:endParaRPr lang="en-US" sz="750" dirty="0"/>
          </a:p>
        </p:txBody>
      </p:sp>
      <p:sp>
        <p:nvSpPr>
          <p:cNvPr id="63" name="Text 48"/>
          <p:cNvSpPr/>
          <p:nvPr/>
        </p:nvSpPr>
        <p:spPr>
          <a:xfrm>
            <a:off x="3831336" y="3703320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Probability &amp; Risk Level  •  Blast Radius Map</a:t>
            </a:r>
            <a:endParaRPr lang="en-US" sz="500" dirty="0"/>
          </a:p>
        </p:txBody>
      </p:sp>
      <p:pic>
        <p:nvPicPr>
          <p:cNvPr id="64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17336" y="795528"/>
            <a:ext cx="201168" cy="201168"/>
          </a:xfrm>
          <a:prstGeom prst="rect">
            <a:avLst/>
          </a:prstGeom>
        </p:spPr>
      </p:pic>
      <p:sp>
        <p:nvSpPr>
          <p:cNvPr id="65" name="Text 49"/>
          <p:cNvSpPr/>
          <p:nvPr/>
        </p:nvSpPr>
        <p:spPr>
          <a:xfrm>
            <a:off x="6355080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66" name="Shape 50"/>
          <p:cNvSpPr/>
          <p:nvPr/>
        </p:nvSpPr>
        <p:spPr>
          <a:xfrm>
            <a:off x="6080760" y="1069848"/>
            <a:ext cx="2743200" cy="3090672"/>
          </a:xfrm>
          <a:prstGeom prst="rect">
            <a:avLst/>
          </a:prstGeom>
          <a:solidFill>
            <a:srgbClr val="F0FDFA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7" name="Shape 51"/>
          <p:cNvSpPr/>
          <p:nvPr/>
        </p:nvSpPr>
        <p:spPr>
          <a:xfrm>
            <a:off x="6080760" y="1069848"/>
            <a:ext cx="36576" cy="3090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52"/>
          <p:cNvSpPr/>
          <p:nvPr/>
        </p:nvSpPr>
        <p:spPr>
          <a:xfrm>
            <a:off x="6190488" y="1207008"/>
            <a:ext cx="201168" cy="201168"/>
          </a:xfrm>
          <a:prstGeom prst="ellipse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9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08776" y="1225296"/>
            <a:ext cx="164592" cy="164592"/>
          </a:xfrm>
          <a:prstGeom prst="rect">
            <a:avLst/>
          </a:prstGeom>
        </p:spPr>
      </p:pic>
      <p:sp>
        <p:nvSpPr>
          <p:cNvPr id="70" name="Text 53"/>
          <p:cNvSpPr/>
          <p:nvPr/>
        </p:nvSpPr>
        <p:spPr>
          <a:xfrm>
            <a:off x="6446520" y="1197864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Config Analysis</a:t>
            </a:r>
            <a:endParaRPr lang="en-US" sz="800" dirty="0"/>
          </a:p>
        </p:txBody>
      </p:sp>
      <p:sp>
        <p:nvSpPr>
          <p:cNvPr id="71" name="Text 54"/>
          <p:cNvSpPr/>
          <p:nvPr/>
        </p:nvSpPr>
        <p:spPr>
          <a:xfrm>
            <a:off x="6446520" y="1362456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and compare proposed changes against current network state</a:t>
            </a:r>
            <a:endParaRPr lang="en-US" sz="700" dirty="0"/>
          </a:p>
        </p:txBody>
      </p:sp>
      <p:sp>
        <p:nvSpPr>
          <p:cNvPr id="72" name="Shape 55"/>
          <p:cNvSpPr/>
          <p:nvPr/>
        </p:nvSpPr>
        <p:spPr>
          <a:xfrm>
            <a:off x="6190488" y="1938528"/>
            <a:ext cx="201168" cy="201168"/>
          </a:xfrm>
          <a:prstGeom prst="ellipse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3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08776" y="1956816"/>
            <a:ext cx="164592" cy="164592"/>
          </a:xfrm>
          <a:prstGeom prst="rect">
            <a:avLst/>
          </a:prstGeom>
        </p:spPr>
      </p:pic>
      <p:sp>
        <p:nvSpPr>
          <p:cNvPr id="74" name="Text 56"/>
          <p:cNvSpPr/>
          <p:nvPr/>
        </p:nvSpPr>
        <p:spPr>
          <a:xfrm>
            <a:off x="6446520" y="1929384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 Risk Prediction</a:t>
            </a:r>
            <a:endParaRPr lang="en-US" sz="800" dirty="0"/>
          </a:p>
        </p:txBody>
      </p:sp>
      <p:sp>
        <p:nvSpPr>
          <p:cNvPr id="75" name="Text 57"/>
          <p:cNvSpPr/>
          <p:nvPr/>
        </p:nvSpPr>
        <p:spPr>
          <a:xfrm>
            <a:off x="6446520" y="2093976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ML models auto-select best performer for probability scoring</a:t>
            </a:r>
            <a:endParaRPr lang="en-US" sz="700" dirty="0"/>
          </a:p>
        </p:txBody>
      </p:sp>
      <p:sp>
        <p:nvSpPr>
          <p:cNvPr id="76" name="Shape 58"/>
          <p:cNvSpPr/>
          <p:nvPr/>
        </p:nvSpPr>
        <p:spPr>
          <a:xfrm>
            <a:off x="6190488" y="2670048"/>
            <a:ext cx="201168" cy="201168"/>
          </a:xfrm>
          <a:prstGeom prst="ellipse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7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08776" y="2688336"/>
            <a:ext cx="164592" cy="164592"/>
          </a:xfrm>
          <a:prstGeom prst="rect">
            <a:avLst/>
          </a:prstGeom>
        </p:spPr>
      </p:pic>
      <p:sp>
        <p:nvSpPr>
          <p:cNvPr id="78" name="Text 59"/>
          <p:cNvSpPr/>
          <p:nvPr/>
        </p:nvSpPr>
        <p:spPr>
          <a:xfrm>
            <a:off x="6446520" y="2660904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(SHAP)</a:t>
            </a:r>
            <a:endParaRPr lang="en-US" sz="800" dirty="0"/>
          </a:p>
        </p:txBody>
      </p:sp>
      <p:sp>
        <p:nvSpPr>
          <p:cNvPr id="79" name="Text 60"/>
          <p:cNvSpPr/>
          <p:nvPr/>
        </p:nvSpPr>
        <p:spPr>
          <a:xfrm>
            <a:off x="6446520" y="2825496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reasons why a change is flagged as risky — builds trust</a:t>
            </a:r>
            <a:endParaRPr lang="en-US" sz="700" dirty="0"/>
          </a:p>
        </p:txBody>
      </p:sp>
      <p:sp>
        <p:nvSpPr>
          <p:cNvPr id="80" name="Shape 61"/>
          <p:cNvSpPr/>
          <p:nvPr/>
        </p:nvSpPr>
        <p:spPr>
          <a:xfrm>
            <a:off x="6190488" y="3401568"/>
            <a:ext cx="201168" cy="201168"/>
          </a:xfrm>
          <a:prstGeom prst="ellipse">
            <a:avLst/>
          </a:prstGeom>
          <a:solidFill>
            <a:srgbClr val="E6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1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8776" y="3419856"/>
            <a:ext cx="164592" cy="164592"/>
          </a:xfrm>
          <a:prstGeom prst="rect">
            <a:avLst/>
          </a:prstGeom>
        </p:spPr>
      </p:pic>
      <p:sp>
        <p:nvSpPr>
          <p:cNvPr id="82" name="Text 62"/>
          <p:cNvSpPr/>
          <p:nvPr/>
        </p:nvSpPr>
        <p:spPr>
          <a:xfrm>
            <a:off x="6446520" y="3392424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 Radius Mapping</a:t>
            </a:r>
            <a:endParaRPr lang="en-US" sz="800" dirty="0"/>
          </a:p>
        </p:txBody>
      </p:sp>
      <p:sp>
        <p:nvSpPr>
          <p:cNvPr id="83" name="Text 63"/>
          <p:cNvSpPr/>
          <p:nvPr/>
        </p:nvSpPr>
        <p:spPr>
          <a:xfrm>
            <a:off x="6446520" y="3557016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visualizes cascading effects across topology</a:t>
            </a:r>
            <a:endParaRPr lang="en-US" sz="700" dirty="0"/>
          </a:p>
        </p:txBody>
      </p:sp>
      <p:sp>
        <p:nvSpPr>
          <p:cNvPr id="84" name="Shape 64"/>
          <p:cNvSpPr/>
          <p:nvPr/>
        </p:nvSpPr>
        <p:spPr>
          <a:xfrm>
            <a:off x="320040" y="4204385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5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0040" y="4299403"/>
            <a:ext cx="164592" cy="164592"/>
          </a:xfrm>
          <a:prstGeom prst="rect">
            <a:avLst/>
          </a:prstGeom>
        </p:spPr>
      </p:pic>
      <p:sp>
        <p:nvSpPr>
          <p:cNvPr id="86" name="Text 65"/>
          <p:cNvSpPr/>
          <p:nvPr/>
        </p:nvSpPr>
        <p:spPr>
          <a:xfrm>
            <a:off x="530352" y="4281115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</a:t>
            </a:r>
            <a:endParaRPr lang="en-US" sz="750" dirty="0"/>
          </a:p>
        </p:txBody>
      </p:sp>
      <p:sp>
        <p:nvSpPr>
          <p:cNvPr id="87" name="Shape 66"/>
          <p:cNvSpPr/>
          <p:nvPr/>
        </p:nvSpPr>
        <p:spPr>
          <a:xfrm>
            <a:off x="1051560" y="4335979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67"/>
          <p:cNvSpPr/>
          <p:nvPr/>
        </p:nvSpPr>
        <p:spPr>
          <a:xfrm>
            <a:off x="1161288" y="4281115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Alpit Tare</a:t>
            </a:r>
            <a:endParaRPr lang="en-US" sz="700" dirty="0"/>
          </a:p>
        </p:txBody>
      </p:sp>
      <p:sp>
        <p:nvSpPr>
          <p:cNvPr id="89" name="Shape 68"/>
          <p:cNvSpPr/>
          <p:nvPr/>
        </p:nvSpPr>
        <p:spPr>
          <a:xfrm>
            <a:off x="2258568" y="4335979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69"/>
          <p:cNvSpPr/>
          <p:nvPr/>
        </p:nvSpPr>
        <p:spPr>
          <a:xfrm>
            <a:off x="2368296" y="4281115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Sawale</a:t>
            </a:r>
            <a:endParaRPr lang="en-US" sz="700" dirty="0"/>
          </a:p>
        </p:txBody>
      </p:sp>
      <p:sp>
        <p:nvSpPr>
          <p:cNvPr id="91" name="Shape 70"/>
          <p:cNvSpPr/>
          <p:nvPr/>
        </p:nvSpPr>
        <p:spPr>
          <a:xfrm>
            <a:off x="3465576" y="4335979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71"/>
          <p:cNvSpPr/>
          <p:nvPr/>
        </p:nvSpPr>
        <p:spPr>
          <a:xfrm>
            <a:off x="3575304" y="4281115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Kanhaiya Chowdhari</a:t>
            </a:r>
            <a:endParaRPr lang="en-US" sz="700" dirty="0"/>
          </a:p>
        </p:txBody>
      </p:sp>
      <p:sp>
        <p:nvSpPr>
          <p:cNvPr id="93" name="Shape 72"/>
          <p:cNvSpPr/>
          <p:nvPr/>
        </p:nvSpPr>
        <p:spPr>
          <a:xfrm>
            <a:off x="4672584" y="4335979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Text 73"/>
          <p:cNvSpPr/>
          <p:nvPr/>
        </p:nvSpPr>
        <p:spPr>
          <a:xfrm>
            <a:off x="4782312" y="4281115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Shifa Khan</a:t>
            </a:r>
            <a:endParaRPr lang="en-US" sz="700" dirty="0"/>
          </a:p>
        </p:txBody>
      </p:sp>
      <p:sp>
        <p:nvSpPr>
          <p:cNvPr id="95" name="Shape 74"/>
          <p:cNvSpPr/>
          <p:nvPr/>
        </p:nvSpPr>
        <p:spPr>
          <a:xfrm>
            <a:off x="5879592" y="4335979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Text 75"/>
          <p:cNvSpPr/>
          <p:nvPr/>
        </p:nvSpPr>
        <p:spPr>
          <a:xfrm>
            <a:off x="5989320" y="4281115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Menino D'costa</a:t>
            </a:r>
            <a:endParaRPr lang="en-US" sz="700" dirty="0"/>
          </a:p>
        </p:txBody>
      </p:sp>
      <p:sp>
        <p:nvSpPr>
          <p:cNvPr id="97" name="Shape 76"/>
          <p:cNvSpPr/>
          <p:nvPr/>
        </p:nvSpPr>
        <p:spPr>
          <a:xfrm>
            <a:off x="7086600" y="4335979"/>
            <a:ext cx="73152" cy="7315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77"/>
          <p:cNvSpPr/>
          <p:nvPr/>
        </p:nvSpPr>
        <p:spPr>
          <a:xfrm>
            <a:off x="7196328" y="4281115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 Gudadari</a:t>
            </a:r>
            <a:endParaRPr lang="en-US" sz="700" dirty="0"/>
          </a:p>
        </p:txBody>
      </p:sp>
      <p:sp>
        <p:nvSpPr>
          <p:cNvPr id="101" name="Shape 114">
            <a:extLst>
              <a:ext uri="{FF2B5EF4-FFF2-40B4-BE49-F238E27FC236}">
                <a16:creationId xmlns:a16="http://schemas.microsoft.com/office/drawing/2014/main" id="{8F119C65-5DE6-81F4-BA2F-8F2A77D48A51}"/>
              </a:ext>
            </a:extLst>
          </p:cNvPr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115">
            <a:extLst>
              <a:ext uri="{FF2B5EF4-FFF2-40B4-BE49-F238E27FC236}">
                <a16:creationId xmlns:a16="http://schemas.microsoft.com/office/drawing/2014/main" id="{7620521F-0E62-EFE5-8EDB-0106113CE27B}"/>
              </a:ext>
            </a:extLst>
          </p:cNvPr>
          <p:cNvSpPr/>
          <p:nvPr/>
        </p:nvSpPr>
        <p:spPr>
          <a:xfrm>
            <a:off x="182880" y="4828032"/>
            <a:ext cx="8778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FastAPI  •  Streamlit  •  scikit-learn  •  XGBoost  •  NetworkX  •  SHAP  •  Pandas  •  Matplotlib  •  OpenAI LLM Agent</a:t>
            </a:r>
            <a:endParaRPr lang="en-US" sz="600" dirty="0"/>
          </a:p>
        </p:txBody>
      </p:sp>
      <p:sp>
        <p:nvSpPr>
          <p:cNvPr id="103" name="Text 116">
            <a:extLst>
              <a:ext uri="{FF2B5EF4-FFF2-40B4-BE49-F238E27FC236}">
                <a16:creationId xmlns:a16="http://schemas.microsoft.com/office/drawing/2014/main" id="{201C6D50-0F35-3125-0406-F0D3FAC21145}"/>
              </a:ext>
            </a:extLst>
          </p:cNvPr>
          <p:cNvSpPr/>
          <p:nvPr/>
        </p:nvSpPr>
        <p:spPr>
          <a:xfrm>
            <a:off x="182880" y="4974336"/>
            <a:ext cx="8778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10 devices  •  11 topology links  •  20 services  •  200 training samples  •  8 device configs  •  3 proposed change files</a:t>
            </a:r>
            <a:endParaRPr lang="en-US" sz="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28600" y="118872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1188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HACKATHON 2026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554480" y="640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Network Change Safety Guardian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3017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Demo  •  Real Data  •  10 Device DC Topology  •  20 Services  •  7 ML Models</a:t>
            </a:r>
            <a:endParaRPr lang="en-US" sz="6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08392" y="91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BlastGuard-AI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708392" y="27432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Pipeline</a:t>
            </a:r>
            <a:endParaRPr lang="en-US" sz="550" dirty="0"/>
          </a:p>
        </p:txBody>
      </p:sp>
      <p:sp>
        <p:nvSpPr>
          <p:cNvPr id="11" name="Shape 8"/>
          <p:cNvSpPr/>
          <p:nvPr/>
        </p:nvSpPr>
        <p:spPr>
          <a:xfrm>
            <a:off x="182880" y="713232"/>
            <a:ext cx="2606040" cy="14173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82880" y="713232"/>
            <a:ext cx="2606040" cy="256032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" y="749808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713232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Demo Input Data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256032" y="1042416"/>
            <a:ext cx="2459736" cy="47548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10896" y="105156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Core1.cfg (Proposed Change)</a:t>
            </a:r>
            <a:endParaRPr lang="en-US" sz="550" dirty="0"/>
          </a:p>
          <a:p>
            <a:pPr marL="0" indent="0">
              <a:buNone/>
            </a:pPr>
            <a:r>
              <a:rPr lang="en-US" sz="6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hostname Core1</a:t>
            </a:r>
            <a:endParaRPr lang="en-US" sz="550" dirty="0"/>
          </a:p>
          <a:p>
            <a:pPr marL="0" indent="0">
              <a:buNone/>
            </a:pPr>
            <a:r>
              <a:rPr lang="en-US" sz="6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 bgp 65000</a:t>
            </a:r>
            <a:endParaRPr lang="en-US" sz="550" dirty="0"/>
          </a:p>
          <a:p>
            <a:pPr marL="0" indent="0">
              <a:buNone/>
            </a:pPr>
            <a:r>
              <a:rPr lang="en-US" sz="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neighbor 2.2.2.2 remote-as 65000</a:t>
            </a:r>
            <a:endParaRPr lang="en-US" sz="550" dirty="0"/>
          </a:p>
        </p:txBody>
      </p:sp>
      <p:sp>
        <p:nvSpPr>
          <p:cNvPr id="17" name="Text 13"/>
          <p:cNvSpPr/>
          <p:nvPr/>
        </p:nvSpPr>
        <p:spPr>
          <a:xfrm>
            <a:off x="256032" y="1572768"/>
            <a:ext cx="2459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Topology: 10 Devices</a:t>
            </a:r>
            <a:endParaRPr lang="en-US" sz="650" dirty="0"/>
          </a:p>
        </p:txBody>
      </p:sp>
      <p:sp>
        <p:nvSpPr>
          <p:cNvPr id="18" name="Text 14"/>
          <p:cNvSpPr/>
          <p:nvPr/>
        </p:nvSpPr>
        <p:spPr>
          <a:xfrm>
            <a:off x="256032" y="1700784"/>
            <a:ext cx="2459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Core1/2 → Agg1/2 → Edge1/2/3 → Access1/2/3</a:t>
            </a:r>
            <a:endParaRPr lang="en-US" sz="550" dirty="0"/>
          </a:p>
        </p:txBody>
      </p:sp>
      <p:sp>
        <p:nvSpPr>
          <p:cNvPr id="19" name="Text 15"/>
          <p:cNvSpPr/>
          <p:nvPr/>
        </p:nvSpPr>
        <p:spPr>
          <a:xfrm>
            <a:off x="256032" y="1810512"/>
            <a:ext cx="2459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Services (Bank, Retail, Hospital, Finance)</a:t>
            </a:r>
            <a:endParaRPr lang="en-US" sz="550" dirty="0"/>
          </a:p>
        </p:txBody>
      </p:sp>
      <p:sp>
        <p:nvSpPr>
          <p:cNvPr id="20" name="Text 16"/>
          <p:cNvSpPr/>
          <p:nvPr/>
        </p:nvSpPr>
        <p:spPr>
          <a:xfrm>
            <a:off x="256032" y="1920240"/>
            <a:ext cx="2459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200 samples • Features: role, deg, between, change, traffic</a:t>
            </a:r>
            <a:endParaRPr lang="en-US" sz="5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496" y="1348740"/>
            <a:ext cx="182880" cy="14630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063240" y="713232"/>
            <a:ext cx="2880360" cy="14173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3063240" y="713232"/>
            <a:ext cx="2880360" cy="2560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8104" y="749808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319272" y="71323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Config Diff + Graph Analytics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3136392" y="1024128"/>
            <a:ext cx="2734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Detected:</a:t>
            </a:r>
            <a:endParaRPr lang="en-US" sz="650" dirty="0"/>
          </a:p>
        </p:txBody>
      </p:sp>
      <p:sp>
        <p:nvSpPr>
          <p:cNvPr id="27" name="Shape 21"/>
          <p:cNvSpPr/>
          <p:nvPr/>
        </p:nvSpPr>
        <p:spPr>
          <a:xfrm>
            <a:off x="3136392" y="1152144"/>
            <a:ext cx="2734056" cy="237744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3191256" y="1152144"/>
            <a:ext cx="2624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BGP_CHANGE  •  neighbor 2.2.2.2 REMOVED from Core1</a:t>
            </a:r>
            <a:endParaRPr lang="en-US" sz="600" dirty="0"/>
          </a:p>
        </p:txBody>
      </p:sp>
      <p:sp>
        <p:nvSpPr>
          <p:cNvPr id="29" name="Text 23"/>
          <p:cNvSpPr/>
          <p:nvPr/>
        </p:nvSpPr>
        <p:spPr>
          <a:xfrm>
            <a:off x="3136392" y="1463040"/>
            <a:ext cx="2734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Graph Centrality (Core1):</a:t>
            </a:r>
            <a:endParaRPr lang="en-US" sz="6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456699"/>
              </p:ext>
            </p:extLst>
          </p:nvPr>
        </p:nvGraphicFramePr>
        <p:xfrm>
          <a:off x="3136392" y="1600200"/>
          <a:ext cx="2651760" cy="8763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 Centrality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0.444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Betweenness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0.681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(Core=2)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Load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1348740"/>
            <a:ext cx="182880" cy="146304"/>
          </a:xfrm>
          <a:prstGeom prst="rect">
            <a:avLst/>
          </a:prstGeom>
        </p:spPr>
      </p:pic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2505456"/>
            <a:ext cx="182880" cy="128016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182880" y="2688336"/>
            <a:ext cx="2606040" cy="15087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0"/>
          <p:cNvSpPr/>
          <p:nvPr/>
        </p:nvSpPr>
        <p:spPr>
          <a:xfrm>
            <a:off x="182880" y="2688336"/>
            <a:ext cx="2606040" cy="256032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744" y="2724912"/>
            <a:ext cx="164592" cy="16459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438912" y="2688336"/>
            <a:ext cx="2295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SHAP Explainability</a:t>
            </a:r>
            <a:endParaRPr lang="en-US" sz="750" dirty="0"/>
          </a:p>
        </p:txBody>
      </p:sp>
      <p:sp>
        <p:nvSpPr>
          <p:cNvPr id="44" name="Text 32"/>
          <p:cNvSpPr/>
          <p:nvPr/>
        </p:nvSpPr>
        <p:spPr>
          <a:xfrm>
            <a:off x="256032" y="2999232"/>
            <a:ext cx="2459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Contributions (Core1 BGP Demo):</a:t>
            </a:r>
            <a:endParaRPr lang="en-US" sz="650" dirty="0"/>
          </a:p>
        </p:txBody>
      </p:sp>
      <p:sp>
        <p:nvSpPr>
          <p:cNvPr id="45" name="Text 33"/>
          <p:cNvSpPr/>
          <p:nvPr/>
        </p:nvSpPr>
        <p:spPr>
          <a:xfrm>
            <a:off x="256032" y="316382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(Core=2)</a:t>
            </a:r>
            <a:endParaRPr lang="en-US" sz="550" dirty="0"/>
          </a:p>
        </p:txBody>
      </p:sp>
      <p:sp>
        <p:nvSpPr>
          <p:cNvPr id="46" name="Shape 34"/>
          <p:cNvSpPr/>
          <p:nvPr/>
        </p:nvSpPr>
        <p:spPr>
          <a:xfrm>
            <a:off x="1371600" y="3182112"/>
            <a:ext cx="1120140" cy="10058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35"/>
          <p:cNvSpPr/>
          <p:nvPr/>
        </p:nvSpPr>
        <p:spPr>
          <a:xfrm>
            <a:off x="2528316" y="316382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500" dirty="0"/>
          </a:p>
        </p:txBody>
      </p:sp>
      <p:sp>
        <p:nvSpPr>
          <p:cNvPr id="48" name="Text 36"/>
          <p:cNvSpPr/>
          <p:nvPr/>
        </p:nvSpPr>
        <p:spPr>
          <a:xfrm>
            <a:off x="256032" y="333756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(0.68)</a:t>
            </a:r>
            <a:endParaRPr lang="en-US" sz="550" dirty="0"/>
          </a:p>
        </p:txBody>
      </p:sp>
      <p:sp>
        <p:nvSpPr>
          <p:cNvPr id="49" name="Shape 37"/>
          <p:cNvSpPr/>
          <p:nvPr/>
        </p:nvSpPr>
        <p:spPr>
          <a:xfrm>
            <a:off x="1371600" y="3355848"/>
            <a:ext cx="896112" cy="10058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38"/>
          <p:cNvSpPr/>
          <p:nvPr/>
        </p:nvSpPr>
        <p:spPr>
          <a:xfrm>
            <a:off x="2304288" y="3337560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</a:t>
            </a:r>
            <a:endParaRPr lang="en-US" sz="500" dirty="0"/>
          </a:p>
        </p:txBody>
      </p:sp>
      <p:sp>
        <p:nvSpPr>
          <p:cNvPr id="51" name="Text 39"/>
          <p:cNvSpPr/>
          <p:nvPr/>
        </p:nvSpPr>
        <p:spPr>
          <a:xfrm>
            <a:off x="256032" y="351129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(0.44)</a:t>
            </a:r>
            <a:endParaRPr lang="en-US" sz="550" dirty="0"/>
          </a:p>
        </p:txBody>
      </p:sp>
      <p:sp>
        <p:nvSpPr>
          <p:cNvPr id="52" name="Shape 40"/>
          <p:cNvSpPr/>
          <p:nvPr/>
        </p:nvSpPr>
        <p:spPr>
          <a:xfrm>
            <a:off x="1371600" y="3529584"/>
            <a:ext cx="704088" cy="10058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41"/>
          <p:cNvSpPr/>
          <p:nvPr/>
        </p:nvSpPr>
        <p:spPr>
          <a:xfrm>
            <a:off x="2112264" y="351129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</a:t>
            </a:r>
            <a:endParaRPr lang="en-US" sz="500" dirty="0"/>
          </a:p>
        </p:txBody>
      </p:sp>
      <p:sp>
        <p:nvSpPr>
          <p:cNvPr id="54" name="Text 42"/>
          <p:cNvSpPr/>
          <p:nvPr/>
        </p:nvSpPr>
        <p:spPr>
          <a:xfrm>
            <a:off x="256032" y="368503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(40%)</a:t>
            </a:r>
            <a:endParaRPr lang="en-US" sz="550" dirty="0"/>
          </a:p>
        </p:txBody>
      </p:sp>
      <p:sp>
        <p:nvSpPr>
          <p:cNvPr id="55" name="Shape 43"/>
          <p:cNvSpPr/>
          <p:nvPr/>
        </p:nvSpPr>
        <p:spPr>
          <a:xfrm>
            <a:off x="1371600" y="3703320"/>
            <a:ext cx="576072" cy="100584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44"/>
          <p:cNvSpPr/>
          <p:nvPr/>
        </p:nvSpPr>
        <p:spPr>
          <a:xfrm>
            <a:off x="1984248" y="36850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500" dirty="0"/>
          </a:p>
        </p:txBody>
      </p:sp>
      <p:sp>
        <p:nvSpPr>
          <p:cNvPr id="57" name="Text 45"/>
          <p:cNvSpPr/>
          <p:nvPr/>
        </p:nvSpPr>
        <p:spPr>
          <a:xfrm>
            <a:off x="256032" y="385876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(BGP)</a:t>
            </a:r>
            <a:endParaRPr lang="en-US" sz="550" dirty="0"/>
          </a:p>
        </p:txBody>
      </p:sp>
      <p:sp>
        <p:nvSpPr>
          <p:cNvPr id="58" name="Shape 46"/>
          <p:cNvSpPr/>
          <p:nvPr/>
        </p:nvSpPr>
        <p:spPr>
          <a:xfrm>
            <a:off x="1371600" y="3877056"/>
            <a:ext cx="480060" cy="10058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47"/>
          <p:cNvSpPr/>
          <p:nvPr/>
        </p:nvSpPr>
        <p:spPr>
          <a:xfrm>
            <a:off x="1888236" y="3858768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500" dirty="0"/>
          </a:p>
        </p:txBody>
      </p:sp>
      <p:sp>
        <p:nvSpPr>
          <p:cNvPr id="60" name="Text 48"/>
          <p:cNvSpPr/>
          <p:nvPr/>
        </p:nvSpPr>
        <p:spPr>
          <a:xfrm>
            <a:off x="256032" y="4041648"/>
            <a:ext cx="2459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"Core role + high betweenness = full network impact"</a:t>
            </a:r>
            <a:endParaRPr lang="en-US" sz="500" dirty="0"/>
          </a:p>
        </p:txBody>
      </p:sp>
      <p:pic>
        <p:nvPicPr>
          <p:cNvPr id="61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496" y="3369564"/>
            <a:ext cx="182880" cy="146304"/>
          </a:xfrm>
          <a:prstGeom prst="rect">
            <a:avLst/>
          </a:prstGeom>
        </p:spPr>
      </p:pic>
      <p:sp>
        <p:nvSpPr>
          <p:cNvPr id="62" name="Shape 49"/>
          <p:cNvSpPr/>
          <p:nvPr/>
        </p:nvSpPr>
        <p:spPr>
          <a:xfrm>
            <a:off x="3063240" y="2688336"/>
            <a:ext cx="2880360" cy="15087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50"/>
          <p:cNvSpPr/>
          <p:nvPr/>
        </p:nvSpPr>
        <p:spPr>
          <a:xfrm>
            <a:off x="3063240" y="2688336"/>
            <a:ext cx="2880360" cy="2560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4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8104" y="2724912"/>
            <a:ext cx="164592" cy="164592"/>
          </a:xfrm>
          <a:prstGeom prst="rect">
            <a:avLst/>
          </a:prstGeom>
        </p:spPr>
      </p:pic>
      <p:sp>
        <p:nvSpPr>
          <p:cNvPr id="65" name="Text 51"/>
          <p:cNvSpPr/>
          <p:nvPr/>
        </p:nvSpPr>
        <p:spPr>
          <a:xfrm>
            <a:off x="3319272" y="268833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Blast Radius Analysis</a:t>
            </a:r>
            <a:endParaRPr lang="en-US" sz="750" dirty="0"/>
          </a:p>
        </p:txBody>
      </p:sp>
      <p:sp>
        <p:nvSpPr>
          <p:cNvPr id="66" name="Text 52"/>
          <p:cNvSpPr/>
          <p:nvPr/>
        </p:nvSpPr>
        <p:spPr>
          <a:xfrm>
            <a:off x="3200400" y="300837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800" dirty="0"/>
          </a:p>
        </p:txBody>
      </p:sp>
      <p:sp>
        <p:nvSpPr>
          <p:cNvPr id="67" name="Text 53"/>
          <p:cNvSpPr/>
          <p:nvPr/>
        </p:nvSpPr>
        <p:spPr>
          <a:xfrm>
            <a:off x="3200400" y="33741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Impacted</a:t>
            </a:r>
            <a:endParaRPr lang="en-US" sz="550" dirty="0"/>
          </a:p>
        </p:txBody>
      </p:sp>
      <p:sp>
        <p:nvSpPr>
          <p:cNvPr id="68" name="Text 54"/>
          <p:cNvSpPr/>
          <p:nvPr/>
        </p:nvSpPr>
        <p:spPr>
          <a:xfrm>
            <a:off x="4069080" y="300837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800" dirty="0"/>
          </a:p>
        </p:txBody>
      </p:sp>
      <p:sp>
        <p:nvSpPr>
          <p:cNvPr id="69" name="Text 55"/>
          <p:cNvSpPr/>
          <p:nvPr/>
        </p:nvSpPr>
        <p:spPr>
          <a:xfrm>
            <a:off x="4069080" y="337413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</a:t>
            </a:r>
            <a:endParaRPr lang="en-US" sz="550" dirty="0"/>
          </a:p>
        </p:txBody>
      </p:sp>
      <p:sp>
        <p:nvSpPr>
          <p:cNvPr id="70" name="Text 56"/>
          <p:cNvSpPr/>
          <p:nvPr/>
        </p:nvSpPr>
        <p:spPr>
          <a:xfrm>
            <a:off x="4937760" y="299923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Impacted Devices:</a:t>
            </a:r>
            <a:endParaRPr lang="en-US" sz="600" dirty="0"/>
          </a:p>
        </p:txBody>
      </p:sp>
      <p:sp>
        <p:nvSpPr>
          <p:cNvPr id="71" name="Shape 57"/>
          <p:cNvSpPr/>
          <p:nvPr/>
        </p:nvSpPr>
        <p:spPr>
          <a:xfrm>
            <a:off x="4983480" y="3159252"/>
            <a:ext cx="45720" cy="457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58"/>
          <p:cNvSpPr/>
          <p:nvPr/>
        </p:nvSpPr>
        <p:spPr>
          <a:xfrm>
            <a:off x="5074920" y="314553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Core1</a:t>
            </a:r>
            <a:endParaRPr lang="en-US" sz="500" dirty="0"/>
          </a:p>
        </p:txBody>
      </p:sp>
      <p:sp>
        <p:nvSpPr>
          <p:cNvPr id="73" name="Shape 59"/>
          <p:cNvSpPr/>
          <p:nvPr/>
        </p:nvSpPr>
        <p:spPr>
          <a:xfrm>
            <a:off x="4983480" y="3250692"/>
            <a:ext cx="45720" cy="457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60"/>
          <p:cNvSpPr/>
          <p:nvPr/>
        </p:nvSpPr>
        <p:spPr>
          <a:xfrm>
            <a:off x="5074920" y="323697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Core2</a:t>
            </a:r>
            <a:endParaRPr lang="en-US" sz="500" dirty="0"/>
          </a:p>
        </p:txBody>
      </p:sp>
      <p:sp>
        <p:nvSpPr>
          <p:cNvPr id="75" name="Shape 61"/>
          <p:cNvSpPr/>
          <p:nvPr/>
        </p:nvSpPr>
        <p:spPr>
          <a:xfrm>
            <a:off x="4983480" y="3342132"/>
            <a:ext cx="45720" cy="457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62"/>
          <p:cNvSpPr/>
          <p:nvPr/>
        </p:nvSpPr>
        <p:spPr>
          <a:xfrm>
            <a:off x="5074920" y="332841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Agg1</a:t>
            </a:r>
            <a:endParaRPr lang="en-US" sz="500" dirty="0"/>
          </a:p>
        </p:txBody>
      </p:sp>
      <p:sp>
        <p:nvSpPr>
          <p:cNvPr id="77" name="Shape 63"/>
          <p:cNvSpPr/>
          <p:nvPr/>
        </p:nvSpPr>
        <p:spPr>
          <a:xfrm>
            <a:off x="4983480" y="3433572"/>
            <a:ext cx="45720" cy="457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64"/>
          <p:cNvSpPr/>
          <p:nvPr/>
        </p:nvSpPr>
        <p:spPr>
          <a:xfrm>
            <a:off x="5074920" y="341985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Agg2</a:t>
            </a:r>
            <a:endParaRPr lang="en-US" sz="500" dirty="0"/>
          </a:p>
        </p:txBody>
      </p:sp>
      <p:sp>
        <p:nvSpPr>
          <p:cNvPr id="79" name="Shape 65"/>
          <p:cNvSpPr/>
          <p:nvPr/>
        </p:nvSpPr>
        <p:spPr>
          <a:xfrm>
            <a:off x="4983480" y="3525012"/>
            <a:ext cx="45720" cy="457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66"/>
          <p:cNvSpPr/>
          <p:nvPr/>
        </p:nvSpPr>
        <p:spPr>
          <a:xfrm>
            <a:off x="5074920" y="351129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Edge1</a:t>
            </a:r>
            <a:endParaRPr lang="en-US" sz="500" dirty="0"/>
          </a:p>
        </p:txBody>
      </p:sp>
      <p:sp>
        <p:nvSpPr>
          <p:cNvPr id="81" name="Shape 67"/>
          <p:cNvSpPr/>
          <p:nvPr/>
        </p:nvSpPr>
        <p:spPr>
          <a:xfrm>
            <a:off x="4983480" y="3616452"/>
            <a:ext cx="45720" cy="457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68"/>
          <p:cNvSpPr/>
          <p:nvPr/>
        </p:nvSpPr>
        <p:spPr>
          <a:xfrm>
            <a:off x="5074920" y="360273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Edge2</a:t>
            </a:r>
            <a:endParaRPr lang="en-US" sz="500" dirty="0"/>
          </a:p>
        </p:txBody>
      </p:sp>
      <p:sp>
        <p:nvSpPr>
          <p:cNvPr id="83" name="Shape 69"/>
          <p:cNvSpPr/>
          <p:nvPr/>
        </p:nvSpPr>
        <p:spPr>
          <a:xfrm>
            <a:off x="4983480" y="3707892"/>
            <a:ext cx="45720" cy="457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70"/>
          <p:cNvSpPr/>
          <p:nvPr/>
        </p:nvSpPr>
        <p:spPr>
          <a:xfrm>
            <a:off x="5074920" y="369417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Edge3</a:t>
            </a:r>
            <a:endParaRPr lang="en-US" sz="500" dirty="0"/>
          </a:p>
        </p:txBody>
      </p:sp>
      <p:sp>
        <p:nvSpPr>
          <p:cNvPr id="85" name="Shape 71"/>
          <p:cNvSpPr/>
          <p:nvPr/>
        </p:nvSpPr>
        <p:spPr>
          <a:xfrm>
            <a:off x="4983480" y="3799332"/>
            <a:ext cx="45720" cy="457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72"/>
          <p:cNvSpPr/>
          <p:nvPr/>
        </p:nvSpPr>
        <p:spPr>
          <a:xfrm>
            <a:off x="5074920" y="378561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Access1</a:t>
            </a:r>
            <a:endParaRPr lang="en-US" sz="500" dirty="0"/>
          </a:p>
        </p:txBody>
      </p:sp>
      <p:sp>
        <p:nvSpPr>
          <p:cNvPr id="87" name="Shape 73"/>
          <p:cNvSpPr/>
          <p:nvPr/>
        </p:nvSpPr>
        <p:spPr>
          <a:xfrm>
            <a:off x="4983480" y="3890772"/>
            <a:ext cx="45720" cy="457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74"/>
          <p:cNvSpPr/>
          <p:nvPr/>
        </p:nvSpPr>
        <p:spPr>
          <a:xfrm>
            <a:off x="5074920" y="387705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Access2</a:t>
            </a:r>
            <a:endParaRPr lang="en-US" sz="500" dirty="0"/>
          </a:p>
        </p:txBody>
      </p:sp>
      <p:sp>
        <p:nvSpPr>
          <p:cNvPr id="89" name="Shape 75"/>
          <p:cNvSpPr/>
          <p:nvPr/>
        </p:nvSpPr>
        <p:spPr>
          <a:xfrm>
            <a:off x="4983480" y="3982212"/>
            <a:ext cx="45720" cy="4572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76"/>
          <p:cNvSpPr/>
          <p:nvPr/>
        </p:nvSpPr>
        <p:spPr>
          <a:xfrm>
            <a:off x="5074920" y="3968496"/>
            <a:ext cx="640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Access3</a:t>
            </a:r>
            <a:endParaRPr lang="en-US" sz="500" dirty="0"/>
          </a:p>
        </p:txBody>
      </p:sp>
      <p:sp>
        <p:nvSpPr>
          <p:cNvPr id="91" name="Shape 77"/>
          <p:cNvSpPr/>
          <p:nvPr/>
        </p:nvSpPr>
        <p:spPr>
          <a:xfrm>
            <a:off x="3136392" y="3675888"/>
            <a:ext cx="1691640" cy="438912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78"/>
          <p:cNvSpPr/>
          <p:nvPr/>
        </p:nvSpPr>
        <p:spPr>
          <a:xfrm>
            <a:off x="3191256" y="369417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Logic:</a:t>
            </a:r>
            <a:endParaRPr lang="en-US" sz="550" dirty="0"/>
          </a:p>
        </p:txBody>
      </p:sp>
      <p:sp>
        <p:nvSpPr>
          <p:cNvPr id="93" name="Text 79"/>
          <p:cNvSpPr/>
          <p:nvPr/>
        </p:nvSpPr>
        <p:spPr>
          <a:xfrm>
            <a:off x="3191256" y="38039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routers connect to all Agg nodes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propagates to ALL layers</a:t>
            </a:r>
            <a:endParaRPr lang="en-US" sz="500" dirty="0"/>
          </a:p>
          <a:p>
            <a:pPr marL="0" indent="0">
              <a:buNone/>
            </a:pPr>
            <a:r>
              <a:rPr lang="en-US" sz="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traversal: full topology impact</a:t>
            </a:r>
            <a:endParaRPr lang="en-US" sz="500" dirty="0"/>
          </a:p>
        </p:txBody>
      </p:sp>
      <p:pic>
        <p:nvPicPr>
          <p:cNvPr id="94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3369564"/>
            <a:ext cx="182880" cy="146304"/>
          </a:xfrm>
          <a:prstGeom prst="rect">
            <a:avLst/>
          </a:prstGeom>
        </p:spPr>
      </p:pic>
      <p:sp>
        <p:nvSpPr>
          <p:cNvPr id="95" name="Shape 80"/>
          <p:cNvSpPr/>
          <p:nvPr/>
        </p:nvSpPr>
        <p:spPr>
          <a:xfrm>
            <a:off x="6217920" y="2688336"/>
            <a:ext cx="2743200" cy="150876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6" name="Shape 81"/>
          <p:cNvSpPr/>
          <p:nvPr/>
        </p:nvSpPr>
        <p:spPr>
          <a:xfrm>
            <a:off x="6217920" y="2688336"/>
            <a:ext cx="2743200" cy="25603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7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2784" y="2724912"/>
            <a:ext cx="164592" cy="164592"/>
          </a:xfrm>
          <a:prstGeom prst="rect">
            <a:avLst/>
          </a:prstGeom>
        </p:spPr>
      </p:pic>
      <p:sp>
        <p:nvSpPr>
          <p:cNvPr id="98" name="Text 82"/>
          <p:cNvSpPr/>
          <p:nvPr/>
        </p:nvSpPr>
        <p:spPr>
          <a:xfrm>
            <a:off x="6473952" y="268833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AI Advisory Output</a:t>
            </a:r>
            <a:endParaRPr lang="en-US" sz="750" dirty="0"/>
          </a:p>
        </p:txBody>
      </p:sp>
      <p:sp>
        <p:nvSpPr>
          <p:cNvPr id="99" name="Shape 83"/>
          <p:cNvSpPr/>
          <p:nvPr/>
        </p:nvSpPr>
        <p:spPr>
          <a:xfrm>
            <a:off x="6355080" y="3017520"/>
            <a:ext cx="2468880" cy="41148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Shape 84"/>
          <p:cNvSpPr/>
          <p:nvPr/>
        </p:nvSpPr>
        <p:spPr>
          <a:xfrm>
            <a:off x="6355080" y="3017520"/>
            <a:ext cx="36576" cy="411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1" name="Text 85"/>
          <p:cNvSpPr/>
          <p:nvPr/>
        </p:nvSpPr>
        <p:spPr>
          <a:xfrm>
            <a:off x="6492240" y="30358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2000" dirty="0"/>
          </a:p>
        </p:txBody>
      </p:sp>
      <p:sp>
        <p:nvSpPr>
          <p:cNvPr id="102" name="Text 86"/>
          <p:cNvSpPr/>
          <p:nvPr/>
        </p:nvSpPr>
        <p:spPr>
          <a:xfrm>
            <a:off x="6492240" y="323697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00" dirty="0"/>
          </a:p>
        </p:txBody>
      </p:sp>
      <p:sp>
        <p:nvSpPr>
          <p:cNvPr id="103" name="Shape 87"/>
          <p:cNvSpPr/>
          <p:nvPr/>
        </p:nvSpPr>
        <p:spPr>
          <a:xfrm>
            <a:off x="7269480" y="3072384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88"/>
          <p:cNvSpPr/>
          <p:nvPr/>
        </p:nvSpPr>
        <p:spPr>
          <a:xfrm>
            <a:off x="7269480" y="30723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</a:t>
            </a:r>
            <a:endParaRPr lang="en-US" sz="1100" dirty="0"/>
          </a:p>
        </p:txBody>
      </p:sp>
      <p:sp>
        <p:nvSpPr>
          <p:cNvPr id="105" name="Text 89"/>
          <p:cNvSpPr/>
          <p:nvPr/>
        </p:nvSpPr>
        <p:spPr>
          <a:xfrm>
            <a:off x="8092440" y="307238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 RISK</a:t>
            </a:r>
            <a:endParaRPr lang="en-US" sz="800" dirty="0"/>
          </a:p>
        </p:txBody>
      </p:sp>
      <p:sp>
        <p:nvSpPr>
          <p:cNvPr id="106" name="Text 90"/>
          <p:cNvSpPr/>
          <p:nvPr/>
        </p:nvSpPr>
        <p:spPr>
          <a:xfrm>
            <a:off x="6355080" y="3511296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</a:t>
            </a:r>
            <a:endParaRPr lang="en-US" sz="550" dirty="0"/>
          </a:p>
        </p:txBody>
      </p:sp>
      <p:sp>
        <p:nvSpPr>
          <p:cNvPr id="107" name="Text 91"/>
          <p:cNvSpPr/>
          <p:nvPr/>
        </p:nvSpPr>
        <p:spPr>
          <a:xfrm>
            <a:off x="7223760" y="3511296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Core1 (Core)</a:t>
            </a:r>
            <a:endParaRPr lang="en-US" sz="550" dirty="0"/>
          </a:p>
        </p:txBody>
      </p:sp>
      <p:sp>
        <p:nvSpPr>
          <p:cNvPr id="108" name="Text 92"/>
          <p:cNvSpPr/>
          <p:nvPr/>
        </p:nvSpPr>
        <p:spPr>
          <a:xfrm>
            <a:off x="6355080" y="3639312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Type:</a:t>
            </a:r>
            <a:endParaRPr lang="en-US" sz="550" dirty="0"/>
          </a:p>
        </p:txBody>
      </p:sp>
      <p:sp>
        <p:nvSpPr>
          <p:cNvPr id="109" name="Text 93"/>
          <p:cNvSpPr/>
          <p:nvPr/>
        </p:nvSpPr>
        <p:spPr>
          <a:xfrm>
            <a:off x="7223760" y="363931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BGP_CHANGE</a:t>
            </a:r>
            <a:endParaRPr lang="en-US" sz="550" dirty="0"/>
          </a:p>
        </p:txBody>
      </p:sp>
      <p:sp>
        <p:nvSpPr>
          <p:cNvPr id="110" name="Text 94"/>
          <p:cNvSpPr/>
          <p:nvPr/>
        </p:nvSpPr>
        <p:spPr>
          <a:xfrm>
            <a:off x="6355080" y="3767328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Load:</a:t>
            </a:r>
            <a:endParaRPr lang="en-US" sz="550" dirty="0"/>
          </a:p>
        </p:txBody>
      </p:sp>
      <p:sp>
        <p:nvSpPr>
          <p:cNvPr id="111" name="Text 95"/>
          <p:cNvSpPr/>
          <p:nvPr/>
        </p:nvSpPr>
        <p:spPr>
          <a:xfrm>
            <a:off x="7223760" y="3767328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550" dirty="0"/>
          </a:p>
        </p:txBody>
      </p:sp>
      <p:sp>
        <p:nvSpPr>
          <p:cNvPr id="112" name="Text 96"/>
          <p:cNvSpPr/>
          <p:nvPr/>
        </p:nvSpPr>
        <p:spPr>
          <a:xfrm>
            <a:off x="6355080" y="3895344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550" dirty="0"/>
          </a:p>
        </p:txBody>
      </p:sp>
      <p:sp>
        <p:nvSpPr>
          <p:cNvPr id="113" name="Text 97"/>
          <p:cNvSpPr/>
          <p:nvPr/>
        </p:nvSpPr>
        <p:spPr>
          <a:xfrm>
            <a:off x="7223760" y="3895344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rollout + maintenance window</a:t>
            </a:r>
            <a:endParaRPr lang="en-US" sz="550" dirty="0"/>
          </a:p>
        </p:txBody>
      </p:sp>
      <p:sp>
        <p:nvSpPr>
          <p:cNvPr id="114" name="Text 98"/>
          <p:cNvSpPr/>
          <p:nvPr/>
        </p:nvSpPr>
        <p:spPr>
          <a:xfrm>
            <a:off x="6355080" y="4023360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endParaRPr lang="en-US" sz="550" dirty="0"/>
          </a:p>
        </p:txBody>
      </p:sp>
      <p:sp>
        <p:nvSpPr>
          <p:cNvPr id="115" name="Text 99"/>
          <p:cNvSpPr/>
          <p:nvPr/>
        </p:nvSpPr>
        <p:spPr>
          <a:xfrm>
            <a:off x="7223760" y="4023360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sent → Human-in-the-Loop approval</a:t>
            </a:r>
            <a:endParaRPr lang="en-US" sz="550" dirty="0"/>
          </a:p>
        </p:txBody>
      </p:sp>
      <p:sp>
        <p:nvSpPr>
          <p:cNvPr id="116" name="Shape 100"/>
          <p:cNvSpPr/>
          <p:nvPr/>
        </p:nvSpPr>
        <p:spPr>
          <a:xfrm>
            <a:off x="182880" y="4398264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7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4471416"/>
            <a:ext cx="146304" cy="146304"/>
          </a:xfrm>
          <a:prstGeom prst="rect">
            <a:avLst/>
          </a:prstGeom>
        </p:spPr>
      </p:pic>
      <p:sp>
        <p:nvSpPr>
          <p:cNvPr id="118" name="Text 101"/>
          <p:cNvSpPr/>
          <p:nvPr/>
        </p:nvSpPr>
        <p:spPr>
          <a:xfrm>
            <a:off x="365760" y="445312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</a:t>
            </a:r>
            <a:endParaRPr lang="en-US" sz="650" dirty="0"/>
          </a:p>
        </p:txBody>
      </p:sp>
      <p:sp>
        <p:nvSpPr>
          <p:cNvPr id="119" name="Shape 102"/>
          <p:cNvSpPr/>
          <p:nvPr/>
        </p:nvSpPr>
        <p:spPr>
          <a:xfrm>
            <a:off x="822960" y="4507992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03"/>
          <p:cNvSpPr/>
          <p:nvPr/>
        </p:nvSpPr>
        <p:spPr>
          <a:xfrm>
            <a:off x="914400" y="4453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Alpit Tare</a:t>
            </a:r>
            <a:endParaRPr lang="en-US" sz="650" dirty="0"/>
          </a:p>
        </p:txBody>
      </p:sp>
      <p:sp>
        <p:nvSpPr>
          <p:cNvPr id="121" name="Shape 104"/>
          <p:cNvSpPr/>
          <p:nvPr/>
        </p:nvSpPr>
        <p:spPr>
          <a:xfrm>
            <a:off x="2011680" y="4507992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05"/>
          <p:cNvSpPr/>
          <p:nvPr/>
        </p:nvSpPr>
        <p:spPr>
          <a:xfrm>
            <a:off x="2103120" y="4453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Sawale</a:t>
            </a:r>
            <a:endParaRPr lang="en-US" sz="650" dirty="0"/>
          </a:p>
        </p:txBody>
      </p:sp>
      <p:sp>
        <p:nvSpPr>
          <p:cNvPr id="123" name="Shape 106"/>
          <p:cNvSpPr/>
          <p:nvPr/>
        </p:nvSpPr>
        <p:spPr>
          <a:xfrm>
            <a:off x="3200400" y="4507992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4" name="Text 107"/>
          <p:cNvSpPr/>
          <p:nvPr/>
        </p:nvSpPr>
        <p:spPr>
          <a:xfrm>
            <a:off x="3291840" y="4453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Kanhaiya Chowdhari</a:t>
            </a:r>
            <a:endParaRPr lang="en-US" sz="650" dirty="0"/>
          </a:p>
        </p:txBody>
      </p:sp>
      <p:sp>
        <p:nvSpPr>
          <p:cNvPr id="125" name="Shape 108"/>
          <p:cNvSpPr/>
          <p:nvPr/>
        </p:nvSpPr>
        <p:spPr>
          <a:xfrm>
            <a:off x="4389120" y="4507992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109"/>
          <p:cNvSpPr/>
          <p:nvPr/>
        </p:nvSpPr>
        <p:spPr>
          <a:xfrm>
            <a:off x="4480560" y="4453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Shifa Khan</a:t>
            </a:r>
            <a:endParaRPr lang="en-US" sz="650" dirty="0"/>
          </a:p>
        </p:txBody>
      </p:sp>
      <p:sp>
        <p:nvSpPr>
          <p:cNvPr id="127" name="Shape 110"/>
          <p:cNvSpPr/>
          <p:nvPr/>
        </p:nvSpPr>
        <p:spPr>
          <a:xfrm>
            <a:off x="5577840" y="4507992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8" name="Text 111"/>
          <p:cNvSpPr/>
          <p:nvPr/>
        </p:nvSpPr>
        <p:spPr>
          <a:xfrm>
            <a:off x="5669280" y="4453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Menino D'costa</a:t>
            </a:r>
            <a:endParaRPr lang="en-US" sz="650" dirty="0"/>
          </a:p>
        </p:txBody>
      </p:sp>
      <p:sp>
        <p:nvSpPr>
          <p:cNvPr id="129" name="Shape 112"/>
          <p:cNvSpPr/>
          <p:nvPr/>
        </p:nvSpPr>
        <p:spPr>
          <a:xfrm>
            <a:off x="6766560" y="4507992"/>
            <a:ext cx="64008" cy="6400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Text 113"/>
          <p:cNvSpPr/>
          <p:nvPr/>
        </p:nvSpPr>
        <p:spPr>
          <a:xfrm>
            <a:off x="6858000" y="44531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Sagar Gudadari</a:t>
            </a:r>
            <a:endParaRPr lang="en-US" sz="650" dirty="0"/>
          </a:p>
        </p:txBody>
      </p:sp>
      <p:sp>
        <p:nvSpPr>
          <p:cNvPr id="131" name="Shape 11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2" name="Text 115"/>
          <p:cNvSpPr/>
          <p:nvPr/>
        </p:nvSpPr>
        <p:spPr>
          <a:xfrm>
            <a:off x="182880" y="4828032"/>
            <a:ext cx="8778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FastAPI  •  Streamlit  •  scikit-learn  •  XGBoost  •  NetworkX  •  SHAP  •  Pandas  •  Matplotlib  •  OpenAI LLM Agent</a:t>
            </a:r>
            <a:endParaRPr lang="en-US" sz="600" dirty="0"/>
          </a:p>
        </p:txBody>
      </p:sp>
      <p:sp>
        <p:nvSpPr>
          <p:cNvPr id="133" name="Text 116"/>
          <p:cNvSpPr/>
          <p:nvPr/>
        </p:nvSpPr>
        <p:spPr>
          <a:xfrm>
            <a:off x="182880" y="4974336"/>
            <a:ext cx="87782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10 devices  •  11 topology links  •  20 services  •  200 training samples  •  8 device configs  •  3 proposed change files</a:t>
            </a:r>
            <a:endParaRPr lang="en-US" sz="500" dirty="0"/>
          </a:p>
        </p:txBody>
      </p:sp>
      <p:sp>
        <p:nvSpPr>
          <p:cNvPr id="134" name="Shape 24">
            <a:extLst>
              <a:ext uri="{FF2B5EF4-FFF2-40B4-BE49-F238E27FC236}">
                <a16:creationId xmlns:a16="http://schemas.microsoft.com/office/drawing/2014/main" id="{88C94A8B-E72C-4C29-7AE9-8E489E3A1BC5}"/>
              </a:ext>
            </a:extLst>
          </p:cNvPr>
          <p:cNvSpPr/>
          <p:nvPr/>
        </p:nvSpPr>
        <p:spPr>
          <a:xfrm>
            <a:off x="6217920" y="713232"/>
            <a:ext cx="2743200" cy="1417320"/>
          </a:xfrm>
          <a:prstGeom prst="rect">
            <a:avLst/>
          </a:prstGeom>
          <a:solidFill>
            <a:srgbClr val="F8FAFC"/>
          </a:solidFill>
          <a:ln/>
          <a:effectLst>
            <a:outerShdw blurRad="50800" dist="12700" dir="8100000" algn="bl" rotWithShape="0">
              <a:srgbClr val="94A3B8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5" name="Shape 25">
            <a:extLst>
              <a:ext uri="{FF2B5EF4-FFF2-40B4-BE49-F238E27FC236}">
                <a16:creationId xmlns:a16="http://schemas.microsoft.com/office/drawing/2014/main" id="{9A2B11D7-3F37-070E-1C49-02B0E1E319C3}"/>
              </a:ext>
            </a:extLst>
          </p:cNvPr>
          <p:cNvSpPr/>
          <p:nvPr/>
        </p:nvSpPr>
        <p:spPr>
          <a:xfrm>
            <a:off x="6217920" y="713232"/>
            <a:ext cx="2743200" cy="256032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6" name="Image 5" descr="preencoded.png">
            <a:extLst>
              <a:ext uri="{FF2B5EF4-FFF2-40B4-BE49-F238E27FC236}">
                <a16:creationId xmlns:a16="http://schemas.microsoft.com/office/drawing/2014/main" id="{342B25ED-9F19-1ED9-4BC9-0553A2B7723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2784" y="749808"/>
            <a:ext cx="164592" cy="164592"/>
          </a:xfrm>
          <a:prstGeom prst="rect">
            <a:avLst/>
          </a:prstGeom>
        </p:spPr>
      </p:pic>
      <p:sp>
        <p:nvSpPr>
          <p:cNvPr id="137" name="Text 26">
            <a:extLst>
              <a:ext uri="{FF2B5EF4-FFF2-40B4-BE49-F238E27FC236}">
                <a16:creationId xmlns:a16="http://schemas.microsoft.com/office/drawing/2014/main" id="{36010E81-0C11-06E9-8768-35C2A45EB094}"/>
              </a:ext>
            </a:extLst>
          </p:cNvPr>
          <p:cNvSpPr/>
          <p:nvPr/>
        </p:nvSpPr>
        <p:spPr>
          <a:xfrm>
            <a:off x="6473952" y="71323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ML Risk Scoring</a:t>
            </a:r>
            <a:endParaRPr lang="en-US" sz="750" dirty="0"/>
          </a:p>
        </p:txBody>
      </p:sp>
      <p:graphicFrame>
        <p:nvGraphicFramePr>
          <p:cNvPr id="138" name="Table 1">
            <a:extLst>
              <a:ext uri="{FF2B5EF4-FFF2-40B4-BE49-F238E27FC236}">
                <a16:creationId xmlns:a16="http://schemas.microsoft.com/office/drawing/2014/main" id="{D0EE248D-70AB-5DCF-8F4B-F01F68A72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739757"/>
              </p:ext>
            </p:extLst>
          </p:nvPr>
        </p:nvGraphicFramePr>
        <p:xfrm>
          <a:off x="6291072" y="1024128"/>
          <a:ext cx="2523744" cy="14020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85.40%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79.60%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80.00</a:t>
                      </a: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5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81.80%</a:t>
                      </a:r>
                      <a:endParaRPr lang="en-US" sz="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9" name="Shape 27">
            <a:extLst>
              <a:ext uri="{FF2B5EF4-FFF2-40B4-BE49-F238E27FC236}">
                <a16:creationId xmlns:a16="http://schemas.microsoft.com/office/drawing/2014/main" id="{2F8C3002-CC1B-7DD8-EF09-1BE921E55AC8}"/>
              </a:ext>
            </a:extLst>
          </p:cNvPr>
          <p:cNvSpPr/>
          <p:nvPr/>
        </p:nvSpPr>
        <p:spPr>
          <a:xfrm>
            <a:off x="6272784" y="2414016"/>
            <a:ext cx="2596896" cy="18288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Text 28">
            <a:extLst>
              <a:ext uri="{FF2B5EF4-FFF2-40B4-BE49-F238E27FC236}">
                <a16:creationId xmlns:a16="http://schemas.microsoft.com/office/drawing/2014/main" id="{C1F68AED-3E84-EF5A-7BA3-99193C22AF13}"/>
              </a:ext>
            </a:extLst>
          </p:cNvPr>
          <p:cNvSpPr/>
          <p:nvPr/>
        </p:nvSpPr>
        <p:spPr>
          <a:xfrm>
            <a:off x="6327648" y="2414016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Logistic Regression → 85.40%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ab56b7-6ec4-4073-8d92-ac7cc2e7a5df}" enabled="1" method="Privileged" siteId="{49dfc6a3-5fb7-49f4-adea-c54e725bb8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637</Words>
  <Application>Microsoft Office PowerPoint</Application>
  <PresentationFormat>On-screen Show (16:9)</PresentationFormat>
  <Paragraphs>153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Arial</vt:lpstr>
      <vt:lpstr>Arial Black</vt:lpstr>
      <vt:lpstr>Calibri</vt:lpstr>
      <vt:lpstr>Consolas</vt:lpstr>
      <vt:lpstr>Georgia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Network Change Safety Guardian</dc:title>
  <dc:subject>PptxGenJS Presentation</dc:subject>
  <dc:creator>BlastGuard-AI Team</dc:creator>
  <cp:lastModifiedBy>Alpit Chandrakant Tare</cp:lastModifiedBy>
  <cp:revision>1</cp:revision>
  <dcterms:created xsi:type="dcterms:W3CDTF">2026-03-26T13:56:21Z</dcterms:created>
  <dcterms:modified xsi:type="dcterms:W3CDTF">2026-03-26T14:48:51Z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General</vt:lpwstr>
  </property>
</Properties>
</file>